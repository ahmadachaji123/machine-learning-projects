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20"/>
  </p:notesMasterIdLst>
  <p:sldIdLst>
    <p:sldId id="256" r:id="rId2"/>
    <p:sldId id="258" r:id="rId3"/>
    <p:sldId id="260" r:id="rId4"/>
    <p:sldId id="262" r:id="rId5"/>
    <p:sldId id="261" r:id="rId6"/>
    <p:sldId id="291" r:id="rId7"/>
    <p:sldId id="263" r:id="rId8"/>
    <p:sldId id="264" r:id="rId9"/>
    <p:sldId id="292" r:id="rId10"/>
    <p:sldId id="293" r:id="rId11"/>
    <p:sldId id="294" r:id="rId12"/>
    <p:sldId id="295" r:id="rId13"/>
    <p:sldId id="296" r:id="rId14"/>
    <p:sldId id="297" r:id="rId15"/>
    <p:sldId id="269" r:id="rId16"/>
    <p:sldId id="298" r:id="rId17"/>
    <p:sldId id="299" r:id="rId18"/>
    <p:sldId id="270" r:id="rId19"/>
  </p:sldIdLst>
  <p:sldSz cx="9144000" cy="5143500" type="screen16x9"/>
  <p:notesSz cx="6858000" cy="9144000"/>
  <p:embeddedFontLst>
    <p:embeddedFont>
      <p:font typeface="Inter" panose="020B0604020202020204" charset="0"/>
      <p:regular r:id="rId21"/>
      <p:bold r:id="rId22"/>
      <p:italic r:id="rId23"/>
      <p:boldItalic r:id="rId24"/>
    </p:embeddedFont>
    <p:embeddedFont>
      <p:font typeface="Inter Medium" panose="020B0604020202020204" charset="0"/>
      <p:regular r:id="rId25"/>
      <p:bold r:id="rId26"/>
      <p:italic r:id="rId27"/>
      <p:boldItalic r:id="rId28"/>
    </p:embeddedFont>
    <p:embeddedFont>
      <p:font typeface="Nunito Light" pitchFamily="2" charset="0"/>
      <p:regular r:id="rId29"/>
      <p:italic r:id="rId30"/>
    </p:embeddedFont>
    <p:embeddedFont>
      <p:font typeface="Open Sans" panose="020B0606030504020204" pitchFamily="34" charset="0"/>
      <p:regular r:id="rId31"/>
      <p:bold r:id="rId32"/>
      <p:italic r:id="rId33"/>
      <p:boldItalic r:id="rId34"/>
    </p:embeddedFont>
    <p:embeddedFont>
      <p:font typeface="Roboto" panose="020000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3D9FA18-2ED9-4E76-96E2-1D1DB4C6C5A3}">
  <a:tblStyle styleId="{53D9FA18-2ED9-4E76-96E2-1D1DB4C6C5A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D336813-724D-4211-B9A4-201A54E6CFA1}"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presProps" Target="presProps.xml"/><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48300ce30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48300ce30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48300ce30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48300ce30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47e906a12e_0_140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47e906a12e_0_140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4a9633a7fe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4a9633a7fe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19B66320-3CFF-8F1D-FFE8-E7FE7545FCDF}"/>
            </a:ext>
          </a:extLst>
        </p:cNvPr>
        <p:cNvGrpSpPr/>
        <p:nvPr/>
      </p:nvGrpSpPr>
      <p:grpSpPr>
        <a:xfrm>
          <a:off x="0" y="0"/>
          <a:ext cx="0" cy="0"/>
          <a:chOff x="0" y="0"/>
          <a:chExt cx="0" cy="0"/>
        </a:xfrm>
      </p:grpSpPr>
      <p:sp>
        <p:nvSpPr>
          <p:cNvPr id="185" name="Google Shape;185;g347e906a12e_0_14008:notes">
            <a:extLst>
              <a:ext uri="{FF2B5EF4-FFF2-40B4-BE49-F238E27FC236}">
                <a16:creationId xmlns:a16="http://schemas.microsoft.com/office/drawing/2014/main" id="{EA414EBA-F12A-E158-00BA-683A1CC5B2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47e906a12e_0_14008:notes">
            <a:extLst>
              <a:ext uri="{FF2B5EF4-FFF2-40B4-BE49-F238E27FC236}">
                <a16:creationId xmlns:a16="http://schemas.microsoft.com/office/drawing/2014/main" id="{97A5B177-A9C3-8C6A-7CAD-92D4AF2DA8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6922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500D9103-4D48-889A-C7AB-EB1F97CE8E51}"/>
            </a:ext>
          </a:extLst>
        </p:cNvPr>
        <p:cNvGrpSpPr/>
        <p:nvPr/>
      </p:nvGrpSpPr>
      <p:grpSpPr>
        <a:xfrm>
          <a:off x="0" y="0"/>
          <a:ext cx="0" cy="0"/>
          <a:chOff x="0" y="0"/>
          <a:chExt cx="0" cy="0"/>
        </a:xfrm>
      </p:grpSpPr>
      <p:sp>
        <p:nvSpPr>
          <p:cNvPr id="185" name="Google Shape;185;g347e906a12e_0_14008:notes">
            <a:extLst>
              <a:ext uri="{FF2B5EF4-FFF2-40B4-BE49-F238E27FC236}">
                <a16:creationId xmlns:a16="http://schemas.microsoft.com/office/drawing/2014/main" id="{15D6F580-608C-1374-CA8F-AA1B7AE6C8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47e906a12e_0_14008:notes">
            <a:extLst>
              <a:ext uri="{FF2B5EF4-FFF2-40B4-BE49-F238E27FC236}">
                <a16:creationId xmlns:a16="http://schemas.microsoft.com/office/drawing/2014/main" id="{DB5FA819-5CDB-97E8-2876-174189E22E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5724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A29F71F6-CA41-D53B-FDD0-EE7C78C5DA4F}"/>
            </a:ext>
          </a:extLst>
        </p:cNvPr>
        <p:cNvGrpSpPr/>
        <p:nvPr/>
      </p:nvGrpSpPr>
      <p:grpSpPr>
        <a:xfrm>
          <a:off x="0" y="0"/>
          <a:ext cx="0" cy="0"/>
          <a:chOff x="0" y="0"/>
          <a:chExt cx="0" cy="0"/>
        </a:xfrm>
      </p:grpSpPr>
      <p:sp>
        <p:nvSpPr>
          <p:cNvPr id="234" name="Google Shape;234;g184d99d1a72_0_57:notes">
            <a:extLst>
              <a:ext uri="{FF2B5EF4-FFF2-40B4-BE49-F238E27FC236}">
                <a16:creationId xmlns:a16="http://schemas.microsoft.com/office/drawing/2014/main" id="{CF936949-A3F3-E4A0-D0F2-3A73D04BC5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184d99d1a72_0_57:notes">
            <a:extLst>
              <a:ext uri="{FF2B5EF4-FFF2-40B4-BE49-F238E27FC236}">
                <a16:creationId xmlns:a16="http://schemas.microsoft.com/office/drawing/2014/main" id="{AF2E38F4-0B83-B4E0-AE61-1D87E957DA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5445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684F4ADB-C378-04A5-E76E-59D22FA5B14B}"/>
            </a:ext>
          </a:extLst>
        </p:cNvPr>
        <p:cNvGrpSpPr/>
        <p:nvPr/>
      </p:nvGrpSpPr>
      <p:grpSpPr>
        <a:xfrm>
          <a:off x="0" y="0"/>
          <a:ext cx="0" cy="0"/>
          <a:chOff x="0" y="0"/>
          <a:chExt cx="0" cy="0"/>
        </a:xfrm>
      </p:grpSpPr>
      <p:sp>
        <p:nvSpPr>
          <p:cNvPr id="234" name="Google Shape;234;g184d99d1a72_0_57:notes">
            <a:extLst>
              <a:ext uri="{FF2B5EF4-FFF2-40B4-BE49-F238E27FC236}">
                <a16:creationId xmlns:a16="http://schemas.microsoft.com/office/drawing/2014/main" id="{44ED58E4-28C3-DF6F-3F12-F806726302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184d99d1a72_0_57:notes">
            <a:extLst>
              <a:ext uri="{FF2B5EF4-FFF2-40B4-BE49-F238E27FC236}">
                <a16:creationId xmlns:a16="http://schemas.microsoft.com/office/drawing/2014/main" id="{FA189F3D-19ED-54AB-03D7-F601D734E2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5058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7EBB0C45-E71F-FB8C-3535-95B6B4F1E69B}"/>
            </a:ext>
          </a:extLst>
        </p:cNvPr>
        <p:cNvGrpSpPr/>
        <p:nvPr/>
      </p:nvGrpSpPr>
      <p:grpSpPr>
        <a:xfrm>
          <a:off x="0" y="0"/>
          <a:ext cx="0" cy="0"/>
          <a:chOff x="0" y="0"/>
          <a:chExt cx="0" cy="0"/>
        </a:xfrm>
      </p:grpSpPr>
      <p:sp>
        <p:nvSpPr>
          <p:cNvPr id="185" name="Google Shape;185;g347e906a12e_0_14008:notes">
            <a:extLst>
              <a:ext uri="{FF2B5EF4-FFF2-40B4-BE49-F238E27FC236}">
                <a16:creationId xmlns:a16="http://schemas.microsoft.com/office/drawing/2014/main" id="{2EF06760-2A24-FA10-E152-EBCD37D1FC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47e906a12e_0_14008:notes">
            <a:extLst>
              <a:ext uri="{FF2B5EF4-FFF2-40B4-BE49-F238E27FC236}">
                <a16:creationId xmlns:a16="http://schemas.microsoft.com/office/drawing/2014/main" id="{E2FD3E4F-0D17-B87E-333D-CDDE4CCA31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8718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6076532B-A040-0FB8-8CA7-ED5F8F2F0F50}"/>
            </a:ext>
          </a:extLst>
        </p:cNvPr>
        <p:cNvGrpSpPr/>
        <p:nvPr/>
      </p:nvGrpSpPr>
      <p:grpSpPr>
        <a:xfrm>
          <a:off x="0" y="0"/>
          <a:ext cx="0" cy="0"/>
          <a:chOff x="0" y="0"/>
          <a:chExt cx="0" cy="0"/>
        </a:xfrm>
      </p:grpSpPr>
      <p:sp>
        <p:nvSpPr>
          <p:cNvPr id="234" name="Google Shape;234;g184d99d1a72_0_57:notes">
            <a:extLst>
              <a:ext uri="{FF2B5EF4-FFF2-40B4-BE49-F238E27FC236}">
                <a16:creationId xmlns:a16="http://schemas.microsoft.com/office/drawing/2014/main" id="{D18DEC8E-A006-DBD2-8C6D-AD79F42DA3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184d99d1a72_0_57:notes">
            <a:extLst>
              <a:ext uri="{FF2B5EF4-FFF2-40B4-BE49-F238E27FC236}">
                <a16:creationId xmlns:a16="http://schemas.microsoft.com/office/drawing/2014/main" id="{5C777564-C357-0CBE-7046-B85313AADD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38298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A4D53759-D51D-A9DB-13CD-991BB4F5A02F}"/>
            </a:ext>
          </a:extLst>
        </p:cNvPr>
        <p:cNvGrpSpPr/>
        <p:nvPr/>
      </p:nvGrpSpPr>
      <p:grpSpPr>
        <a:xfrm>
          <a:off x="0" y="0"/>
          <a:ext cx="0" cy="0"/>
          <a:chOff x="0" y="0"/>
          <a:chExt cx="0" cy="0"/>
        </a:xfrm>
      </p:grpSpPr>
      <p:sp>
        <p:nvSpPr>
          <p:cNvPr id="234" name="Google Shape;234;g184d99d1a72_0_57:notes">
            <a:extLst>
              <a:ext uri="{FF2B5EF4-FFF2-40B4-BE49-F238E27FC236}">
                <a16:creationId xmlns:a16="http://schemas.microsoft.com/office/drawing/2014/main" id="{79EC1563-995B-2BCB-5CD1-D3C41018AE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184d99d1a72_0_57:notes">
            <a:extLst>
              <a:ext uri="{FF2B5EF4-FFF2-40B4-BE49-F238E27FC236}">
                <a16:creationId xmlns:a16="http://schemas.microsoft.com/office/drawing/2014/main" id="{CFF0CA04-F311-EAFD-79E7-0FA6AA508C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90209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16bb02b265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16bb02b26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400EC4D7-D723-1151-B6A6-69F78A22FDB4}"/>
            </a:ext>
          </a:extLst>
        </p:cNvPr>
        <p:cNvGrpSpPr/>
        <p:nvPr/>
      </p:nvGrpSpPr>
      <p:grpSpPr>
        <a:xfrm>
          <a:off x="0" y="0"/>
          <a:ext cx="0" cy="0"/>
          <a:chOff x="0" y="0"/>
          <a:chExt cx="0" cy="0"/>
        </a:xfrm>
      </p:grpSpPr>
      <p:sp>
        <p:nvSpPr>
          <p:cNvPr id="185" name="Google Shape;185;g347e906a12e_0_14008:notes">
            <a:extLst>
              <a:ext uri="{FF2B5EF4-FFF2-40B4-BE49-F238E27FC236}">
                <a16:creationId xmlns:a16="http://schemas.microsoft.com/office/drawing/2014/main" id="{BF79786D-4E7E-684E-DE76-A3E41D532D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47e906a12e_0_14008:notes">
            <a:extLst>
              <a:ext uri="{FF2B5EF4-FFF2-40B4-BE49-F238E27FC236}">
                <a16:creationId xmlns:a16="http://schemas.microsoft.com/office/drawing/2014/main" id="{0E2AC496-ABB1-B459-BED0-C0602CCD8B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920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a:extLst>
            <a:ext uri="{FF2B5EF4-FFF2-40B4-BE49-F238E27FC236}">
              <a16:creationId xmlns:a16="http://schemas.microsoft.com/office/drawing/2014/main" id="{C3E1413E-A4CD-C67F-D62F-822C00BF6684}"/>
            </a:ext>
          </a:extLst>
        </p:cNvPr>
        <p:cNvGrpSpPr/>
        <p:nvPr/>
      </p:nvGrpSpPr>
      <p:grpSpPr>
        <a:xfrm>
          <a:off x="0" y="0"/>
          <a:ext cx="0" cy="0"/>
          <a:chOff x="0" y="0"/>
          <a:chExt cx="0" cy="0"/>
        </a:xfrm>
      </p:grpSpPr>
      <p:sp>
        <p:nvSpPr>
          <p:cNvPr id="384" name="Google Shape;384;g347efccae54_0_39:notes">
            <a:extLst>
              <a:ext uri="{FF2B5EF4-FFF2-40B4-BE49-F238E27FC236}">
                <a16:creationId xmlns:a16="http://schemas.microsoft.com/office/drawing/2014/main" id="{42BBE26D-3EAA-EBD2-80B6-B64E134AB1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47efccae54_0_39:notes">
            <a:extLst>
              <a:ext uri="{FF2B5EF4-FFF2-40B4-BE49-F238E27FC236}">
                <a16:creationId xmlns:a16="http://schemas.microsoft.com/office/drawing/2014/main" id="{140C9B3C-D056-C1A6-7C2F-E670554F97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0700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10800000" flipH="1">
            <a:off x="117900" y="119100"/>
            <a:ext cx="8908200" cy="4731900"/>
          </a:xfrm>
          <a:prstGeom prst="roundRect">
            <a:avLst>
              <a:gd name="adj" fmla="val 1779"/>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 name="Google Shape;10;p2"/>
          <p:cNvSpPr txBox="1">
            <a:spLocks noGrp="1"/>
          </p:cNvSpPr>
          <p:nvPr>
            <p:ph type="ctrTitle"/>
          </p:nvPr>
        </p:nvSpPr>
        <p:spPr>
          <a:xfrm>
            <a:off x="713225" y="1066800"/>
            <a:ext cx="5407800" cy="16623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rgbClr val="191919"/>
              </a:buClr>
              <a:buSzPts val="5200"/>
              <a:buNone/>
              <a:defRPr sz="6000">
                <a:solidFill>
                  <a:schemeClr val="lt1"/>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6" y="3395547"/>
            <a:ext cx="6350100" cy="431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l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p:nvPr/>
        </p:nvSpPr>
        <p:spPr>
          <a:xfrm rot="10800000" flipH="1">
            <a:off x="117900" y="119100"/>
            <a:ext cx="8908200" cy="4731900"/>
          </a:xfrm>
          <a:prstGeom prst="roundRect">
            <a:avLst>
              <a:gd name="adj" fmla="val 1779"/>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4" name="Google Shape;14;p3"/>
          <p:cNvSpPr txBox="1">
            <a:spLocks noGrp="1"/>
          </p:cNvSpPr>
          <p:nvPr>
            <p:ph type="title"/>
          </p:nvPr>
        </p:nvSpPr>
        <p:spPr>
          <a:xfrm>
            <a:off x="722376" y="1861301"/>
            <a:ext cx="4131900" cy="15699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722376" y="984098"/>
            <a:ext cx="1235700" cy="877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500">
                <a:solidFill>
                  <a:schemeClr val="l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6" name="Google Shape;16;p3"/>
          <p:cNvSpPr txBox="1">
            <a:spLocks noGrp="1"/>
          </p:cNvSpPr>
          <p:nvPr>
            <p:ph type="subTitle" idx="1"/>
          </p:nvPr>
        </p:nvSpPr>
        <p:spPr>
          <a:xfrm>
            <a:off x="722374" y="3431199"/>
            <a:ext cx="4131900" cy="4002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sz="1400">
                <a:solidFill>
                  <a:schemeClr val="lt1"/>
                </a:solidFill>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1"/>
        </a:solidFill>
        <a:effectLst/>
      </p:bgPr>
    </p:bg>
    <p:spTree>
      <p:nvGrpSpPr>
        <p:cNvPr id="1" name="Shape 21"/>
        <p:cNvGrpSpPr/>
        <p:nvPr/>
      </p:nvGrpSpPr>
      <p:grpSpPr>
        <a:xfrm>
          <a:off x="0" y="0"/>
          <a:ext cx="0" cy="0"/>
          <a:chOff x="0" y="0"/>
          <a:chExt cx="0" cy="0"/>
        </a:xfrm>
      </p:grpSpPr>
      <p:sp>
        <p:nvSpPr>
          <p:cNvPr id="22" name="Google Shape;22;p5"/>
          <p:cNvSpPr/>
          <p:nvPr/>
        </p:nvSpPr>
        <p:spPr>
          <a:xfrm rot="10800000" flipH="1">
            <a:off x="117900" y="119100"/>
            <a:ext cx="8908200" cy="4731900"/>
          </a:xfrm>
          <a:prstGeom prst="roundRect">
            <a:avLst>
              <a:gd name="adj" fmla="val 177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3" name="Google Shape;2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24" name="Google Shape;24;p5"/>
          <p:cNvSpPr txBox="1">
            <a:spLocks noGrp="1"/>
          </p:cNvSpPr>
          <p:nvPr>
            <p:ph type="subTitle" idx="1"/>
          </p:nvPr>
        </p:nvSpPr>
        <p:spPr>
          <a:xfrm>
            <a:off x="720000" y="3318362"/>
            <a:ext cx="46614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5" name="Google Shape;25;p5"/>
          <p:cNvSpPr txBox="1">
            <a:spLocks noGrp="1"/>
          </p:cNvSpPr>
          <p:nvPr>
            <p:ph type="subTitle" idx="2"/>
          </p:nvPr>
        </p:nvSpPr>
        <p:spPr>
          <a:xfrm>
            <a:off x="719975" y="1734787"/>
            <a:ext cx="46614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6" name="Google Shape;26;p5"/>
          <p:cNvSpPr txBox="1">
            <a:spLocks noGrp="1"/>
          </p:cNvSpPr>
          <p:nvPr>
            <p:ph type="subTitle" idx="3"/>
          </p:nvPr>
        </p:nvSpPr>
        <p:spPr>
          <a:xfrm>
            <a:off x="719975" y="1379888"/>
            <a:ext cx="4661400" cy="431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algn="ctr" rtl="0">
              <a:lnSpc>
                <a:spcPct val="100000"/>
              </a:lnSpc>
              <a:spcBef>
                <a:spcPts val="0"/>
              </a:spcBef>
              <a:spcAft>
                <a:spcPts val="0"/>
              </a:spcAft>
              <a:buSzPts val="2400"/>
              <a:buFont typeface="Inter"/>
              <a:buNone/>
              <a:defRPr sz="2400" b="1">
                <a:latin typeface="Inter"/>
                <a:ea typeface="Inter"/>
                <a:cs typeface="Inter"/>
                <a:sym typeface="Inter"/>
              </a:defRPr>
            </a:lvl2pPr>
            <a:lvl3pPr lvl="2" algn="ctr" rtl="0">
              <a:lnSpc>
                <a:spcPct val="100000"/>
              </a:lnSpc>
              <a:spcBef>
                <a:spcPts val="0"/>
              </a:spcBef>
              <a:spcAft>
                <a:spcPts val="0"/>
              </a:spcAft>
              <a:buSzPts val="2400"/>
              <a:buFont typeface="Inter"/>
              <a:buNone/>
              <a:defRPr sz="2400" b="1">
                <a:latin typeface="Inter"/>
                <a:ea typeface="Inter"/>
                <a:cs typeface="Inter"/>
                <a:sym typeface="Inter"/>
              </a:defRPr>
            </a:lvl3pPr>
            <a:lvl4pPr lvl="3" algn="ctr" rtl="0">
              <a:lnSpc>
                <a:spcPct val="100000"/>
              </a:lnSpc>
              <a:spcBef>
                <a:spcPts val="0"/>
              </a:spcBef>
              <a:spcAft>
                <a:spcPts val="0"/>
              </a:spcAft>
              <a:buSzPts val="2400"/>
              <a:buFont typeface="Inter"/>
              <a:buNone/>
              <a:defRPr sz="2400" b="1">
                <a:latin typeface="Inter"/>
                <a:ea typeface="Inter"/>
                <a:cs typeface="Inter"/>
                <a:sym typeface="Inter"/>
              </a:defRPr>
            </a:lvl4pPr>
            <a:lvl5pPr lvl="4" algn="ctr" rtl="0">
              <a:lnSpc>
                <a:spcPct val="100000"/>
              </a:lnSpc>
              <a:spcBef>
                <a:spcPts val="0"/>
              </a:spcBef>
              <a:spcAft>
                <a:spcPts val="0"/>
              </a:spcAft>
              <a:buSzPts val="2400"/>
              <a:buFont typeface="Inter"/>
              <a:buNone/>
              <a:defRPr sz="2400" b="1">
                <a:latin typeface="Inter"/>
                <a:ea typeface="Inter"/>
                <a:cs typeface="Inter"/>
                <a:sym typeface="Inter"/>
              </a:defRPr>
            </a:lvl5pPr>
            <a:lvl6pPr lvl="5" algn="ctr" rtl="0">
              <a:lnSpc>
                <a:spcPct val="100000"/>
              </a:lnSpc>
              <a:spcBef>
                <a:spcPts val="0"/>
              </a:spcBef>
              <a:spcAft>
                <a:spcPts val="0"/>
              </a:spcAft>
              <a:buSzPts val="2400"/>
              <a:buFont typeface="Inter"/>
              <a:buNone/>
              <a:defRPr sz="2400" b="1">
                <a:latin typeface="Inter"/>
                <a:ea typeface="Inter"/>
                <a:cs typeface="Inter"/>
                <a:sym typeface="Inter"/>
              </a:defRPr>
            </a:lvl6pPr>
            <a:lvl7pPr lvl="6" algn="ctr" rtl="0">
              <a:lnSpc>
                <a:spcPct val="100000"/>
              </a:lnSpc>
              <a:spcBef>
                <a:spcPts val="0"/>
              </a:spcBef>
              <a:spcAft>
                <a:spcPts val="0"/>
              </a:spcAft>
              <a:buSzPts val="2400"/>
              <a:buFont typeface="Inter"/>
              <a:buNone/>
              <a:defRPr sz="2400" b="1">
                <a:latin typeface="Inter"/>
                <a:ea typeface="Inter"/>
                <a:cs typeface="Inter"/>
                <a:sym typeface="Inter"/>
              </a:defRPr>
            </a:lvl7pPr>
            <a:lvl8pPr lvl="7" algn="ctr" rtl="0">
              <a:lnSpc>
                <a:spcPct val="100000"/>
              </a:lnSpc>
              <a:spcBef>
                <a:spcPts val="0"/>
              </a:spcBef>
              <a:spcAft>
                <a:spcPts val="0"/>
              </a:spcAft>
              <a:buSzPts val="2400"/>
              <a:buFont typeface="Inter"/>
              <a:buNone/>
              <a:defRPr sz="2400" b="1">
                <a:latin typeface="Inter"/>
                <a:ea typeface="Inter"/>
                <a:cs typeface="Inter"/>
                <a:sym typeface="Inter"/>
              </a:defRPr>
            </a:lvl8pPr>
            <a:lvl9pPr lvl="8" algn="ctr"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27" name="Google Shape;27;p5"/>
          <p:cNvSpPr txBox="1">
            <a:spLocks noGrp="1"/>
          </p:cNvSpPr>
          <p:nvPr>
            <p:ph type="subTitle" idx="4"/>
          </p:nvPr>
        </p:nvSpPr>
        <p:spPr>
          <a:xfrm>
            <a:off x="719975" y="2963463"/>
            <a:ext cx="4661400" cy="431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algn="ctr" rtl="0">
              <a:lnSpc>
                <a:spcPct val="100000"/>
              </a:lnSpc>
              <a:spcBef>
                <a:spcPts val="0"/>
              </a:spcBef>
              <a:spcAft>
                <a:spcPts val="0"/>
              </a:spcAft>
              <a:buSzPts val="2400"/>
              <a:buFont typeface="Inter"/>
              <a:buNone/>
              <a:defRPr sz="2400" b="1">
                <a:latin typeface="Inter"/>
                <a:ea typeface="Inter"/>
                <a:cs typeface="Inter"/>
                <a:sym typeface="Inter"/>
              </a:defRPr>
            </a:lvl2pPr>
            <a:lvl3pPr lvl="2" algn="ctr" rtl="0">
              <a:lnSpc>
                <a:spcPct val="100000"/>
              </a:lnSpc>
              <a:spcBef>
                <a:spcPts val="0"/>
              </a:spcBef>
              <a:spcAft>
                <a:spcPts val="0"/>
              </a:spcAft>
              <a:buSzPts val="2400"/>
              <a:buFont typeface="Inter"/>
              <a:buNone/>
              <a:defRPr sz="2400" b="1">
                <a:latin typeface="Inter"/>
                <a:ea typeface="Inter"/>
                <a:cs typeface="Inter"/>
                <a:sym typeface="Inter"/>
              </a:defRPr>
            </a:lvl3pPr>
            <a:lvl4pPr lvl="3" algn="ctr" rtl="0">
              <a:lnSpc>
                <a:spcPct val="100000"/>
              </a:lnSpc>
              <a:spcBef>
                <a:spcPts val="0"/>
              </a:spcBef>
              <a:spcAft>
                <a:spcPts val="0"/>
              </a:spcAft>
              <a:buSzPts val="2400"/>
              <a:buFont typeface="Inter"/>
              <a:buNone/>
              <a:defRPr sz="2400" b="1">
                <a:latin typeface="Inter"/>
                <a:ea typeface="Inter"/>
                <a:cs typeface="Inter"/>
                <a:sym typeface="Inter"/>
              </a:defRPr>
            </a:lvl4pPr>
            <a:lvl5pPr lvl="4" algn="ctr" rtl="0">
              <a:lnSpc>
                <a:spcPct val="100000"/>
              </a:lnSpc>
              <a:spcBef>
                <a:spcPts val="0"/>
              </a:spcBef>
              <a:spcAft>
                <a:spcPts val="0"/>
              </a:spcAft>
              <a:buSzPts val="2400"/>
              <a:buFont typeface="Inter"/>
              <a:buNone/>
              <a:defRPr sz="2400" b="1">
                <a:latin typeface="Inter"/>
                <a:ea typeface="Inter"/>
                <a:cs typeface="Inter"/>
                <a:sym typeface="Inter"/>
              </a:defRPr>
            </a:lvl5pPr>
            <a:lvl6pPr lvl="5" algn="ctr" rtl="0">
              <a:lnSpc>
                <a:spcPct val="100000"/>
              </a:lnSpc>
              <a:spcBef>
                <a:spcPts val="0"/>
              </a:spcBef>
              <a:spcAft>
                <a:spcPts val="0"/>
              </a:spcAft>
              <a:buSzPts val="2400"/>
              <a:buFont typeface="Inter"/>
              <a:buNone/>
              <a:defRPr sz="2400" b="1">
                <a:latin typeface="Inter"/>
                <a:ea typeface="Inter"/>
                <a:cs typeface="Inter"/>
                <a:sym typeface="Inter"/>
              </a:defRPr>
            </a:lvl6pPr>
            <a:lvl7pPr lvl="6" algn="ctr" rtl="0">
              <a:lnSpc>
                <a:spcPct val="100000"/>
              </a:lnSpc>
              <a:spcBef>
                <a:spcPts val="0"/>
              </a:spcBef>
              <a:spcAft>
                <a:spcPts val="0"/>
              </a:spcAft>
              <a:buSzPts val="2400"/>
              <a:buFont typeface="Inter"/>
              <a:buNone/>
              <a:defRPr sz="2400" b="1">
                <a:latin typeface="Inter"/>
                <a:ea typeface="Inter"/>
                <a:cs typeface="Inter"/>
                <a:sym typeface="Inter"/>
              </a:defRPr>
            </a:lvl7pPr>
            <a:lvl8pPr lvl="7" algn="ctr" rtl="0">
              <a:lnSpc>
                <a:spcPct val="100000"/>
              </a:lnSpc>
              <a:spcBef>
                <a:spcPts val="0"/>
              </a:spcBef>
              <a:spcAft>
                <a:spcPts val="0"/>
              </a:spcAft>
              <a:buSzPts val="2400"/>
              <a:buFont typeface="Inter"/>
              <a:buNone/>
              <a:defRPr sz="2400" b="1">
                <a:latin typeface="Inter"/>
                <a:ea typeface="Inter"/>
                <a:cs typeface="Inter"/>
                <a:sym typeface="Inter"/>
              </a:defRPr>
            </a:lvl8pPr>
            <a:lvl9pPr lvl="8" algn="ctr"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28" name="Google Shape;28;p5"/>
          <p:cNvSpPr>
            <a:spLocks noGrp="1"/>
          </p:cNvSpPr>
          <p:nvPr>
            <p:ph type="pic" idx="5"/>
          </p:nvPr>
        </p:nvSpPr>
        <p:spPr>
          <a:xfrm>
            <a:off x="5696375" y="1379900"/>
            <a:ext cx="2727600" cy="2861700"/>
          </a:xfrm>
          <a:prstGeom prst="roundRect">
            <a:avLst>
              <a:gd name="adj" fmla="val 16667"/>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1"/>
        </a:solidFill>
        <a:effectLst/>
      </p:bgPr>
    </p:bg>
    <p:spTree>
      <p:nvGrpSpPr>
        <p:cNvPr id="1" name="Shape 29"/>
        <p:cNvGrpSpPr/>
        <p:nvPr/>
      </p:nvGrpSpPr>
      <p:grpSpPr>
        <a:xfrm>
          <a:off x="0" y="0"/>
          <a:ext cx="0" cy="0"/>
          <a:chOff x="0" y="0"/>
          <a:chExt cx="0" cy="0"/>
        </a:xfrm>
      </p:grpSpPr>
      <p:sp>
        <p:nvSpPr>
          <p:cNvPr id="30" name="Google Shape;30;p6"/>
          <p:cNvSpPr/>
          <p:nvPr/>
        </p:nvSpPr>
        <p:spPr>
          <a:xfrm rot="10800000" flipH="1">
            <a:off x="117900" y="119100"/>
            <a:ext cx="8908200" cy="4731900"/>
          </a:xfrm>
          <a:prstGeom prst="roundRect">
            <a:avLst>
              <a:gd name="adj" fmla="val 177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1" name="Google Shape;31;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dk1"/>
        </a:solidFill>
        <a:effectLst/>
      </p:bgPr>
    </p:bg>
    <p:spTree>
      <p:nvGrpSpPr>
        <p:cNvPr id="1" name="Shape 32"/>
        <p:cNvGrpSpPr/>
        <p:nvPr/>
      </p:nvGrpSpPr>
      <p:grpSpPr>
        <a:xfrm>
          <a:off x="0" y="0"/>
          <a:ext cx="0" cy="0"/>
          <a:chOff x="0" y="0"/>
          <a:chExt cx="0" cy="0"/>
        </a:xfrm>
      </p:grpSpPr>
      <p:sp>
        <p:nvSpPr>
          <p:cNvPr id="33" name="Google Shape;33;p7"/>
          <p:cNvSpPr/>
          <p:nvPr/>
        </p:nvSpPr>
        <p:spPr>
          <a:xfrm rot="10800000" flipH="1">
            <a:off x="117900" y="119100"/>
            <a:ext cx="8908200" cy="4731900"/>
          </a:xfrm>
          <a:prstGeom prst="roundRect">
            <a:avLst>
              <a:gd name="adj" fmla="val 177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4" name="Google Shape;34;p7"/>
          <p:cNvSpPr txBox="1">
            <a:spLocks noGrp="1"/>
          </p:cNvSpPr>
          <p:nvPr>
            <p:ph type="title"/>
          </p:nvPr>
        </p:nvSpPr>
        <p:spPr>
          <a:xfrm>
            <a:off x="713225" y="448050"/>
            <a:ext cx="36813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35" name="Google Shape;35;p7"/>
          <p:cNvSpPr txBox="1">
            <a:spLocks noGrp="1"/>
          </p:cNvSpPr>
          <p:nvPr>
            <p:ph type="subTitle" idx="1"/>
          </p:nvPr>
        </p:nvSpPr>
        <p:spPr>
          <a:xfrm>
            <a:off x="713225" y="1744525"/>
            <a:ext cx="3681300" cy="216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36" name="Google Shape;36;p7"/>
          <p:cNvSpPr>
            <a:spLocks noGrp="1"/>
          </p:cNvSpPr>
          <p:nvPr>
            <p:ph type="pic" idx="2"/>
          </p:nvPr>
        </p:nvSpPr>
        <p:spPr>
          <a:xfrm>
            <a:off x="4709525" y="445775"/>
            <a:ext cx="3721200" cy="4251900"/>
          </a:xfrm>
          <a:prstGeom prst="roundRect">
            <a:avLst>
              <a:gd name="adj" fmla="val 16667"/>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rot="10800000" flipH="1">
            <a:off x="117900" y="119100"/>
            <a:ext cx="8908200" cy="4731900"/>
          </a:xfrm>
          <a:prstGeom prst="roundRect">
            <a:avLst>
              <a:gd name="adj" fmla="val 1779"/>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9" name="Google Shape;39;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0"/>
        <p:cNvGrpSpPr/>
        <p:nvPr/>
      </p:nvGrpSpPr>
      <p:grpSpPr>
        <a:xfrm>
          <a:off x="0" y="0"/>
          <a:ext cx="0" cy="0"/>
          <a:chOff x="0" y="0"/>
          <a:chExt cx="0" cy="0"/>
        </a:xfrm>
      </p:grpSpPr>
      <p:sp>
        <p:nvSpPr>
          <p:cNvPr id="41" name="Google Shape;41;p9"/>
          <p:cNvSpPr/>
          <p:nvPr/>
        </p:nvSpPr>
        <p:spPr>
          <a:xfrm rot="10800000" flipH="1">
            <a:off x="117900" y="119100"/>
            <a:ext cx="8908200" cy="4731900"/>
          </a:xfrm>
          <a:prstGeom prst="roundRect">
            <a:avLst>
              <a:gd name="adj" fmla="val 1779"/>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2" name="Google Shape;42;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a:solidFill>
                  <a:schemeClr val="lt1"/>
                </a:solidFill>
              </a:defRPr>
            </a:lvl1pPr>
            <a:lvl2pPr lvl="1" algn="ctr" rtl="0">
              <a:spcBef>
                <a:spcPts val="0"/>
              </a:spcBef>
              <a:spcAft>
                <a:spcPts val="0"/>
              </a:spcAft>
              <a:buClr>
                <a:schemeClr val="lt1"/>
              </a:buClr>
              <a:buSzPts val="2600"/>
              <a:buNone/>
              <a:defRPr>
                <a:solidFill>
                  <a:schemeClr val="lt1"/>
                </a:solidFill>
              </a:defRPr>
            </a:lvl2pPr>
            <a:lvl3pPr lvl="2" algn="ctr" rtl="0">
              <a:spcBef>
                <a:spcPts val="0"/>
              </a:spcBef>
              <a:spcAft>
                <a:spcPts val="0"/>
              </a:spcAft>
              <a:buClr>
                <a:schemeClr val="lt1"/>
              </a:buClr>
              <a:buSzPts val="2600"/>
              <a:buNone/>
              <a:defRPr>
                <a:solidFill>
                  <a:schemeClr val="lt1"/>
                </a:solidFill>
              </a:defRPr>
            </a:lvl3pPr>
            <a:lvl4pPr lvl="3" algn="ctr" rtl="0">
              <a:spcBef>
                <a:spcPts val="0"/>
              </a:spcBef>
              <a:spcAft>
                <a:spcPts val="0"/>
              </a:spcAft>
              <a:buClr>
                <a:schemeClr val="lt1"/>
              </a:buClr>
              <a:buSzPts val="2600"/>
              <a:buNone/>
              <a:defRPr>
                <a:solidFill>
                  <a:schemeClr val="lt1"/>
                </a:solidFill>
              </a:defRPr>
            </a:lvl4pPr>
            <a:lvl5pPr lvl="4" algn="ctr" rtl="0">
              <a:spcBef>
                <a:spcPts val="0"/>
              </a:spcBef>
              <a:spcAft>
                <a:spcPts val="0"/>
              </a:spcAft>
              <a:buClr>
                <a:schemeClr val="lt1"/>
              </a:buClr>
              <a:buSzPts val="2600"/>
              <a:buNone/>
              <a:defRPr>
                <a:solidFill>
                  <a:schemeClr val="lt1"/>
                </a:solidFill>
              </a:defRPr>
            </a:lvl5pPr>
            <a:lvl6pPr lvl="5" algn="ctr" rtl="0">
              <a:spcBef>
                <a:spcPts val="0"/>
              </a:spcBef>
              <a:spcAft>
                <a:spcPts val="0"/>
              </a:spcAft>
              <a:buClr>
                <a:schemeClr val="lt1"/>
              </a:buClr>
              <a:buSzPts val="2600"/>
              <a:buNone/>
              <a:defRPr>
                <a:solidFill>
                  <a:schemeClr val="lt1"/>
                </a:solidFill>
              </a:defRPr>
            </a:lvl6pPr>
            <a:lvl7pPr lvl="6" algn="ctr" rtl="0">
              <a:spcBef>
                <a:spcPts val="0"/>
              </a:spcBef>
              <a:spcAft>
                <a:spcPts val="0"/>
              </a:spcAft>
              <a:buClr>
                <a:schemeClr val="lt1"/>
              </a:buClr>
              <a:buSzPts val="2600"/>
              <a:buNone/>
              <a:defRPr>
                <a:solidFill>
                  <a:schemeClr val="lt1"/>
                </a:solidFill>
              </a:defRPr>
            </a:lvl7pPr>
            <a:lvl8pPr lvl="7" algn="ctr" rtl="0">
              <a:spcBef>
                <a:spcPts val="0"/>
              </a:spcBef>
              <a:spcAft>
                <a:spcPts val="0"/>
              </a:spcAft>
              <a:buClr>
                <a:schemeClr val="lt1"/>
              </a:buClr>
              <a:buSzPts val="2600"/>
              <a:buNone/>
              <a:defRPr>
                <a:solidFill>
                  <a:schemeClr val="lt1"/>
                </a:solidFill>
              </a:defRPr>
            </a:lvl8pPr>
            <a:lvl9pPr lvl="8" algn="ctr" rtl="0">
              <a:spcBef>
                <a:spcPts val="0"/>
              </a:spcBef>
              <a:spcAft>
                <a:spcPts val="0"/>
              </a:spcAft>
              <a:buClr>
                <a:schemeClr val="lt1"/>
              </a:buClr>
              <a:buSzPts val="2600"/>
              <a:buNone/>
              <a:defRPr>
                <a:solidFill>
                  <a:schemeClr val="lt1"/>
                </a:solidFill>
              </a:defRPr>
            </a:lvl9pPr>
          </a:lstStyle>
          <a:p>
            <a:endParaRPr/>
          </a:p>
        </p:txBody>
      </p:sp>
      <p:sp>
        <p:nvSpPr>
          <p:cNvPr id="43" name="Google Shape;43;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200"/>
              <a:buNone/>
              <a:defRPr sz="1600">
                <a:solidFill>
                  <a:schemeClr val="lt1"/>
                </a:solidFill>
              </a:defRPr>
            </a:lvl1pPr>
            <a:lvl2pPr lvl="1" algn="ctr" rtl="0">
              <a:lnSpc>
                <a:spcPct val="100000"/>
              </a:lnSpc>
              <a:spcBef>
                <a:spcPts val="0"/>
              </a:spcBef>
              <a:spcAft>
                <a:spcPts val="0"/>
              </a:spcAft>
              <a:buClr>
                <a:schemeClr val="lt1"/>
              </a:buClr>
              <a:buSzPts val="1200"/>
              <a:buNone/>
              <a:defRPr>
                <a:solidFill>
                  <a:schemeClr val="lt1"/>
                </a:solidFill>
              </a:defRPr>
            </a:lvl2pPr>
            <a:lvl3pPr lvl="2" algn="ctr" rtl="0">
              <a:lnSpc>
                <a:spcPct val="100000"/>
              </a:lnSpc>
              <a:spcBef>
                <a:spcPts val="0"/>
              </a:spcBef>
              <a:spcAft>
                <a:spcPts val="0"/>
              </a:spcAft>
              <a:buClr>
                <a:schemeClr val="lt1"/>
              </a:buClr>
              <a:buSzPts val="1200"/>
              <a:buNone/>
              <a:defRPr>
                <a:solidFill>
                  <a:schemeClr val="lt1"/>
                </a:solidFill>
              </a:defRPr>
            </a:lvl3pPr>
            <a:lvl4pPr lvl="3" algn="ctr" rtl="0">
              <a:lnSpc>
                <a:spcPct val="100000"/>
              </a:lnSpc>
              <a:spcBef>
                <a:spcPts val="0"/>
              </a:spcBef>
              <a:spcAft>
                <a:spcPts val="0"/>
              </a:spcAft>
              <a:buClr>
                <a:schemeClr val="lt1"/>
              </a:buClr>
              <a:buSzPts val="1200"/>
              <a:buNone/>
              <a:defRPr>
                <a:solidFill>
                  <a:schemeClr val="lt1"/>
                </a:solidFill>
              </a:defRPr>
            </a:lvl4pPr>
            <a:lvl5pPr lvl="4" algn="ctr" rtl="0">
              <a:lnSpc>
                <a:spcPct val="100000"/>
              </a:lnSpc>
              <a:spcBef>
                <a:spcPts val="0"/>
              </a:spcBef>
              <a:spcAft>
                <a:spcPts val="0"/>
              </a:spcAft>
              <a:buClr>
                <a:schemeClr val="lt1"/>
              </a:buClr>
              <a:buSzPts val="1200"/>
              <a:buNone/>
              <a:defRPr>
                <a:solidFill>
                  <a:schemeClr val="lt1"/>
                </a:solidFill>
              </a:defRPr>
            </a:lvl5pPr>
            <a:lvl6pPr lvl="5" algn="ctr" rtl="0">
              <a:lnSpc>
                <a:spcPct val="100000"/>
              </a:lnSpc>
              <a:spcBef>
                <a:spcPts val="0"/>
              </a:spcBef>
              <a:spcAft>
                <a:spcPts val="0"/>
              </a:spcAft>
              <a:buClr>
                <a:schemeClr val="lt1"/>
              </a:buClr>
              <a:buSzPts val="1200"/>
              <a:buNone/>
              <a:defRPr>
                <a:solidFill>
                  <a:schemeClr val="lt1"/>
                </a:solidFill>
              </a:defRPr>
            </a:lvl6pPr>
            <a:lvl7pPr lvl="6" algn="ctr" rtl="0">
              <a:lnSpc>
                <a:spcPct val="100000"/>
              </a:lnSpc>
              <a:spcBef>
                <a:spcPts val="0"/>
              </a:spcBef>
              <a:spcAft>
                <a:spcPts val="0"/>
              </a:spcAft>
              <a:buClr>
                <a:schemeClr val="lt1"/>
              </a:buClr>
              <a:buSzPts val="1200"/>
              <a:buNone/>
              <a:defRPr>
                <a:solidFill>
                  <a:schemeClr val="lt1"/>
                </a:solidFill>
              </a:defRPr>
            </a:lvl7pPr>
            <a:lvl8pPr lvl="7" algn="ctr" rtl="0">
              <a:lnSpc>
                <a:spcPct val="100000"/>
              </a:lnSpc>
              <a:spcBef>
                <a:spcPts val="0"/>
              </a:spcBef>
              <a:spcAft>
                <a:spcPts val="0"/>
              </a:spcAft>
              <a:buClr>
                <a:schemeClr val="lt1"/>
              </a:buClr>
              <a:buSzPts val="1200"/>
              <a:buNone/>
              <a:defRPr>
                <a:solidFill>
                  <a:schemeClr val="lt1"/>
                </a:solidFill>
              </a:defRPr>
            </a:lvl8pPr>
            <a:lvl9pPr lvl="8" algn="ctr" rtl="0">
              <a:lnSpc>
                <a:spcPct val="100000"/>
              </a:lnSpc>
              <a:spcBef>
                <a:spcPts val="0"/>
              </a:spcBef>
              <a:spcAft>
                <a:spcPts val="0"/>
              </a:spcAft>
              <a:buClr>
                <a:schemeClr val="lt1"/>
              </a:buClr>
              <a:buSzPts val="1200"/>
              <a:buNone/>
              <a:defRPr>
                <a:solidFill>
                  <a:schemeClr val="l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a:spLocks noGrp="1"/>
          </p:cNvSpPr>
          <p:nvPr>
            <p:ph type="pic" idx="2"/>
          </p:nvPr>
        </p:nvSpPr>
        <p:spPr>
          <a:xfrm>
            <a:off x="0" y="0"/>
            <a:ext cx="9144000" cy="5143500"/>
          </a:xfrm>
          <a:prstGeom prst="rect">
            <a:avLst/>
          </a:prstGeom>
          <a:noFill/>
          <a:ln>
            <a:noFill/>
          </a:ln>
        </p:spPr>
      </p:sp>
      <p:sp>
        <p:nvSpPr>
          <p:cNvPr id="46" name="Google Shape;46;p10"/>
          <p:cNvSpPr txBox="1">
            <a:spLocks noGrp="1"/>
          </p:cNvSpPr>
          <p:nvPr>
            <p:ph type="title"/>
          </p:nvPr>
        </p:nvSpPr>
        <p:spPr>
          <a:xfrm>
            <a:off x="720000" y="4014450"/>
            <a:ext cx="7704000" cy="5727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1800">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p:nvPr/>
        </p:nvSpPr>
        <p:spPr>
          <a:xfrm rot="10800000" flipH="1">
            <a:off x="117900" y="119100"/>
            <a:ext cx="8908200" cy="4731900"/>
          </a:xfrm>
          <a:prstGeom prst="roundRect">
            <a:avLst>
              <a:gd name="adj" fmla="val 1779"/>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9" name="Google Shape;49;p11"/>
          <p:cNvSpPr txBox="1">
            <a:spLocks noGrp="1"/>
          </p:cNvSpPr>
          <p:nvPr>
            <p:ph type="title" hasCustomPrompt="1"/>
          </p:nvPr>
        </p:nvSpPr>
        <p:spPr>
          <a:xfrm>
            <a:off x="1284000" y="1288150"/>
            <a:ext cx="6576000" cy="1526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9600"/>
              <a:buNone/>
              <a:defRPr sz="6000">
                <a:solidFill>
                  <a:schemeClr val="lt1"/>
                </a:solidFill>
              </a:defRPr>
            </a:lvl1pPr>
            <a:lvl2pPr lvl="1" algn="ctr">
              <a:spcBef>
                <a:spcPts val="0"/>
              </a:spcBef>
              <a:spcAft>
                <a:spcPts val="0"/>
              </a:spcAft>
              <a:buClr>
                <a:schemeClr val="lt1"/>
              </a:buClr>
              <a:buSzPts val="9600"/>
              <a:buNone/>
              <a:defRPr sz="9600">
                <a:solidFill>
                  <a:schemeClr val="lt1"/>
                </a:solidFill>
              </a:defRPr>
            </a:lvl2pPr>
            <a:lvl3pPr lvl="2" algn="ctr">
              <a:spcBef>
                <a:spcPts val="0"/>
              </a:spcBef>
              <a:spcAft>
                <a:spcPts val="0"/>
              </a:spcAft>
              <a:buClr>
                <a:schemeClr val="lt1"/>
              </a:buClr>
              <a:buSzPts val="9600"/>
              <a:buNone/>
              <a:defRPr sz="9600">
                <a:solidFill>
                  <a:schemeClr val="lt1"/>
                </a:solidFill>
              </a:defRPr>
            </a:lvl3pPr>
            <a:lvl4pPr lvl="3" algn="ctr">
              <a:spcBef>
                <a:spcPts val="0"/>
              </a:spcBef>
              <a:spcAft>
                <a:spcPts val="0"/>
              </a:spcAft>
              <a:buClr>
                <a:schemeClr val="lt1"/>
              </a:buClr>
              <a:buSzPts val="9600"/>
              <a:buNone/>
              <a:defRPr sz="9600">
                <a:solidFill>
                  <a:schemeClr val="lt1"/>
                </a:solidFill>
              </a:defRPr>
            </a:lvl4pPr>
            <a:lvl5pPr lvl="4" algn="ctr">
              <a:spcBef>
                <a:spcPts val="0"/>
              </a:spcBef>
              <a:spcAft>
                <a:spcPts val="0"/>
              </a:spcAft>
              <a:buClr>
                <a:schemeClr val="lt1"/>
              </a:buClr>
              <a:buSzPts val="9600"/>
              <a:buNone/>
              <a:defRPr sz="9600">
                <a:solidFill>
                  <a:schemeClr val="lt1"/>
                </a:solidFill>
              </a:defRPr>
            </a:lvl5pPr>
            <a:lvl6pPr lvl="5" algn="ctr">
              <a:spcBef>
                <a:spcPts val="0"/>
              </a:spcBef>
              <a:spcAft>
                <a:spcPts val="0"/>
              </a:spcAft>
              <a:buClr>
                <a:schemeClr val="lt1"/>
              </a:buClr>
              <a:buSzPts val="9600"/>
              <a:buNone/>
              <a:defRPr sz="9600">
                <a:solidFill>
                  <a:schemeClr val="lt1"/>
                </a:solidFill>
              </a:defRPr>
            </a:lvl6pPr>
            <a:lvl7pPr lvl="6" algn="ctr">
              <a:spcBef>
                <a:spcPts val="0"/>
              </a:spcBef>
              <a:spcAft>
                <a:spcPts val="0"/>
              </a:spcAft>
              <a:buClr>
                <a:schemeClr val="lt1"/>
              </a:buClr>
              <a:buSzPts val="9600"/>
              <a:buNone/>
              <a:defRPr sz="9600">
                <a:solidFill>
                  <a:schemeClr val="lt1"/>
                </a:solidFill>
              </a:defRPr>
            </a:lvl7pPr>
            <a:lvl8pPr lvl="7" algn="ctr">
              <a:spcBef>
                <a:spcPts val="0"/>
              </a:spcBef>
              <a:spcAft>
                <a:spcPts val="0"/>
              </a:spcAft>
              <a:buClr>
                <a:schemeClr val="lt1"/>
              </a:buClr>
              <a:buSzPts val="9600"/>
              <a:buNone/>
              <a:defRPr sz="9600">
                <a:solidFill>
                  <a:schemeClr val="lt1"/>
                </a:solidFill>
              </a:defRPr>
            </a:lvl8pPr>
            <a:lvl9pPr lvl="8" algn="ctr">
              <a:spcBef>
                <a:spcPts val="0"/>
              </a:spcBef>
              <a:spcAft>
                <a:spcPts val="0"/>
              </a:spcAft>
              <a:buClr>
                <a:schemeClr val="lt1"/>
              </a:buClr>
              <a:buSzPts val="9600"/>
              <a:buNone/>
              <a:defRPr sz="9600">
                <a:solidFill>
                  <a:schemeClr val="lt1"/>
                </a:solidFill>
              </a:defRPr>
            </a:lvl9pPr>
          </a:lstStyle>
          <a:p>
            <a:r>
              <a:t>xx%</a:t>
            </a:r>
          </a:p>
        </p:txBody>
      </p:sp>
      <p:sp>
        <p:nvSpPr>
          <p:cNvPr id="50" name="Google Shape;50;p11"/>
          <p:cNvSpPr txBox="1">
            <a:spLocks noGrp="1"/>
          </p:cNvSpPr>
          <p:nvPr>
            <p:ph type="subTitle" idx="1"/>
          </p:nvPr>
        </p:nvSpPr>
        <p:spPr>
          <a:xfrm>
            <a:off x="1284000" y="2901800"/>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600"/>
              <a:buNone/>
              <a:defRPr sz="16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BLANK_1_1_1_1_1_1">
    <p:bg>
      <p:bgPr>
        <a:solidFill>
          <a:schemeClr val="dk1"/>
        </a:solidFill>
        <a:effectLst/>
      </p:bgPr>
    </p:bg>
    <p:spTree>
      <p:nvGrpSpPr>
        <p:cNvPr id="1" name="Shape 52"/>
        <p:cNvGrpSpPr/>
        <p:nvPr/>
      </p:nvGrpSpPr>
      <p:grpSpPr>
        <a:xfrm>
          <a:off x="0" y="0"/>
          <a:ext cx="0" cy="0"/>
          <a:chOff x="0" y="0"/>
          <a:chExt cx="0" cy="0"/>
        </a:xfrm>
      </p:grpSpPr>
      <p:sp>
        <p:nvSpPr>
          <p:cNvPr id="53" name="Google Shape;53;p13"/>
          <p:cNvSpPr/>
          <p:nvPr/>
        </p:nvSpPr>
        <p:spPr>
          <a:xfrm rot="10800000" flipH="1">
            <a:off x="117900" y="119100"/>
            <a:ext cx="8908200" cy="4731900"/>
          </a:xfrm>
          <a:prstGeom prst="roundRect">
            <a:avLst>
              <a:gd name="adj" fmla="val 177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4" name="Google Shape;54;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55" name="Google Shape;55;p13"/>
          <p:cNvSpPr txBox="1">
            <a:spLocks noGrp="1"/>
          </p:cNvSpPr>
          <p:nvPr>
            <p:ph type="title" idx="2" hasCustomPrompt="1"/>
          </p:nvPr>
        </p:nvSpPr>
        <p:spPr>
          <a:xfrm>
            <a:off x="713225" y="1400863"/>
            <a:ext cx="577800" cy="6771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sz="1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a:spLocks noGrp="1"/>
          </p:cNvSpPr>
          <p:nvPr>
            <p:ph type="title" idx="3" hasCustomPrompt="1"/>
          </p:nvPr>
        </p:nvSpPr>
        <p:spPr>
          <a:xfrm>
            <a:off x="4223200" y="1400840"/>
            <a:ext cx="576000" cy="6771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sz="1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title" idx="4" hasCustomPrompt="1"/>
          </p:nvPr>
        </p:nvSpPr>
        <p:spPr>
          <a:xfrm>
            <a:off x="713225" y="2472438"/>
            <a:ext cx="577800" cy="6771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sz="1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title" idx="5" hasCustomPrompt="1"/>
          </p:nvPr>
        </p:nvSpPr>
        <p:spPr>
          <a:xfrm>
            <a:off x="4223200" y="2472414"/>
            <a:ext cx="576000" cy="6771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sz="1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title" idx="6" hasCustomPrompt="1"/>
          </p:nvPr>
        </p:nvSpPr>
        <p:spPr>
          <a:xfrm>
            <a:off x="713225" y="3544013"/>
            <a:ext cx="577800" cy="6771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sz="1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 name="Google Shape;60;p13"/>
          <p:cNvSpPr txBox="1">
            <a:spLocks noGrp="1"/>
          </p:cNvSpPr>
          <p:nvPr>
            <p:ph type="title" idx="7" hasCustomPrompt="1"/>
          </p:nvPr>
        </p:nvSpPr>
        <p:spPr>
          <a:xfrm>
            <a:off x="4223200" y="3543989"/>
            <a:ext cx="576000" cy="6771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000"/>
              <a:buNone/>
              <a:defRPr sz="1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 name="Google Shape;61;p13"/>
          <p:cNvSpPr txBox="1">
            <a:spLocks noGrp="1"/>
          </p:cNvSpPr>
          <p:nvPr>
            <p:ph type="subTitle" idx="1"/>
          </p:nvPr>
        </p:nvSpPr>
        <p:spPr>
          <a:xfrm>
            <a:off x="1292489" y="1400867"/>
            <a:ext cx="2702100" cy="6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Inter"/>
              <a:buNone/>
              <a:defRPr sz="2400" b="1">
                <a:latin typeface="Inter"/>
                <a:ea typeface="Inter"/>
                <a:cs typeface="Inter"/>
                <a:sym typeface="Inter"/>
              </a:defRPr>
            </a:lvl2pPr>
            <a:lvl3pPr lvl="2" rtl="0">
              <a:lnSpc>
                <a:spcPct val="100000"/>
              </a:lnSpc>
              <a:spcBef>
                <a:spcPts val="0"/>
              </a:spcBef>
              <a:spcAft>
                <a:spcPts val="0"/>
              </a:spcAft>
              <a:buSzPts val="2400"/>
              <a:buFont typeface="Inter"/>
              <a:buNone/>
              <a:defRPr sz="2400" b="1">
                <a:latin typeface="Inter"/>
                <a:ea typeface="Inter"/>
                <a:cs typeface="Inter"/>
                <a:sym typeface="Inter"/>
              </a:defRPr>
            </a:lvl3pPr>
            <a:lvl4pPr lvl="3" rtl="0">
              <a:lnSpc>
                <a:spcPct val="100000"/>
              </a:lnSpc>
              <a:spcBef>
                <a:spcPts val="0"/>
              </a:spcBef>
              <a:spcAft>
                <a:spcPts val="0"/>
              </a:spcAft>
              <a:buSzPts val="2400"/>
              <a:buFont typeface="Inter"/>
              <a:buNone/>
              <a:defRPr sz="2400" b="1">
                <a:latin typeface="Inter"/>
                <a:ea typeface="Inter"/>
                <a:cs typeface="Inter"/>
                <a:sym typeface="Inter"/>
              </a:defRPr>
            </a:lvl4pPr>
            <a:lvl5pPr lvl="4" rtl="0">
              <a:lnSpc>
                <a:spcPct val="100000"/>
              </a:lnSpc>
              <a:spcBef>
                <a:spcPts val="0"/>
              </a:spcBef>
              <a:spcAft>
                <a:spcPts val="0"/>
              </a:spcAft>
              <a:buSzPts val="2400"/>
              <a:buFont typeface="Inter"/>
              <a:buNone/>
              <a:defRPr sz="2400" b="1">
                <a:latin typeface="Inter"/>
                <a:ea typeface="Inter"/>
                <a:cs typeface="Inter"/>
                <a:sym typeface="Inter"/>
              </a:defRPr>
            </a:lvl5pPr>
            <a:lvl6pPr lvl="5" rtl="0">
              <a:lnSpc>
                <a:spcPct val="100000"/>
              </a:lnSpc>
              <a:spcBef>
                <a:spcPts val="0"/>
              </a:spcBef>
              <a:spcAft>
                <a:spcPts val="0"/>
              </a:spcAft>
              <a:buSzPts val="2400"/>
              <a:buFont typeface="Inter"/>
              <a:buNone/>
              <a:defRPr sz="2400" b="1">
                <a:latin typeface="Inter"/>
                <a:ea typeface="Inter"/>
                <a:cs typeface="Inter"/>
                <a:sym typeface="Inter"/>
              </a:defRPr>
            </a:lvl6pPr>
            <a:lvl7pPr lvl="6" rtl="0">
              <a:lnSpc>
                <a:spcPct val="100000"/>
              </a:lnSpc>
              <a:spcBef>
                <a:spcPts val="0"/>
              </a:spcBef>
              <a:spcAft>
                <a:spcPts val="0"/>
              </a:spcAft>
              <a:buSzPts val="2400"/>
              <a:buFont typeface="Inter"/>
              <a:buNone/>
              <a:defRPr sz="2400" b="1">
                <a:latin typeface="Inter"/>
                <a:ea typeface="Inter"/>
                <a:cs typeface="Inter"/>
                <a:sym typeface="Inter"/>
              </a:defRPr>
            </a:lvl7pPr>
            <a:lvl8pPr lvl="7" rtl="0">
              <a:lnSpc>
                <a:spcPct val="100000"/>
              </a:lnSpc>
              <a:spcBef>
                <a:spcPts val="0"/>
              </a:spcBef>
              <a:spcAft>
                <a:spcPts val="0"/>
              </a:spcAft>
              <a:buSzPts val="2400"/>
              <a:buFont typeface="Inter"/>
              <a:buNone/>
              <a:defRPr sz="2400" b="1">
                <a:latin typeface="Inter"/>
                <a:ea typeface="Inter"/>
                <a:cs typeface="Inter"/>
                <a:sym typeface="Inter"/>
              </a:defRPr>
            </a:lvl8pPr>
            <a:lvl9pPr lvl="8"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62" name="Google Shape;62;p13"/>
          <p:cNvSpPr txBox="1">
            <a:spLocks noGrp="1"/>
          </p:cNvSpPr>
          <p:nvPr>
            <p:ph type="subTitle" idx="8"/>
          </p:nvPr>
        </p:nvSpPr>
        <p:spPr>
          <a:xfrm>
            <a:off x="1292489" y="2472433"/>
            <a:ext cx="2702100" cy="6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Inter"/>
              <a:buNone/>
              <a:defRPr sz="2400" b="1">
                <a:latin typeface="Inter"/>
                <a:ea typeface="Inter"/>
                <a:cs typeface="Inter"/>
                <a:sym typeface="Inter"/>
              </a:defRPr>
            </a:lvl2pPr>
            <a:lvl3pPr lvl="2" rtl="0">
              <a:lnSpc>
                <a:spcPct val="100000"/>
              </a:lnSpc>
              <a:spcBef>
                <a:spcPts val="0"/>
              </a:spcBef>
              <a:spcAft>
                <a:spcPts val="0"/>
              </a:spcAft>
              <a:buSzPts val="2400"/>
              <a:buFont typeface="Inter"/>
              <a:buNone/>
              <a:defRPr sz="2400" b="1">
                <a:latin typeface="Inter"/>
                <a:ea typeface="Inter"/>
                <a:cs typeface="Inter"/>
                <a:sym typeface="Inter"/>
              </a:defRPr>
            </a:lvl3pPr>
            <a:lvl4pPr lvl="3" rtl="0">
              <a:lnSpc>
                <a:spcPct val="100000"/>
              </a:lnSpc>
              <a:spcBef>
                <a:spcPts val="0"/>
              </a:spcBef>
              <a:spcAft>
                <a:spcPts val="0"/>
              </a:spcAft>
              <a:buSzPts val="2400"/>
              <a:buFont typeface="Inter"/>
              <a:buNone/>
              <a:defRPr sz="2400" b="1">
                <a:latin typeface="Inter"/>
                <a:ea typeface="Inter"/>
                <a:cs typeface="Inter"/>
                <a:sym typeface="Inter"/>
              </a:defRPr>
            </a:lvl4pPr>
            <a:lvl5pPr lvl="4" rtl="0">
              <a:lnSpc>
                <a:spcPct val="100000"/>
              </a:lnSpc>
              <a:spcBef>
                <a:spcPts val="0"/>
              </a:spcBef>
              <a:spcAft>
                <a:spcPts val="0"/>
              </a:spcAft>
              <a:buSzPts val="2400"/>
              <a:buFont typeface="Inter"/>
              <a:buNone/>
              <a:defRPr sz="2400" b="1">
                <a:latin typeface="Inter"/>
                <a:ea typeface="Inter"/>
                <a:cs typeface="Inter"/>
                <a:sym typeface="Inter"/>
              </a:defRPr>
            </a:lvl5pPr>
            <a:lvl6pPr lvl="5" rtl="0">
              <a:lnSpc>
                <a:spcPct val="100000"/>
              </a:lnSpc>
              <a:spcBef>
                <a:spcPts val="0"/>
              </a:spcBef>
              <a:spcAft>
                <a:spcPts val="0"/>
              </a:spcAft>
              <a:buSzPts val="2400"/>
              <a:buFont typeface="Inter"/>
              <a:buNone/>
              <a:defRPr sz="2400" b="1">
                <a:latin typeface="Inter"/>
                <a:ea typeface="Inter"/>
                <a:cs typeface="Inter"/>
                <a:sym typeface="Inter"/>
              </a:defRPr>
            </a:lvl6pPr>
            <a:lvl7pPr lvl="6" rtl="0">
              <a:lnSpc>
                <a:spcPct val="100000"/>
              </a:lnSpc>
              <a:spcBef>
                <a:spcPts val="0"/>
              </a:spcBef>
              <a:spcAft>
                <a:spcPts val="0"/>
              </a:spcAft>
              <a:buSzPts val="2400"/>
              <a:buFont typeface="Inter"/>
              <a:buNone/>
              <a:defRPr sz="2400" b="1">
                <a:latin typeface="Inter"/>
                <a:ea typeface="Inter"/>
                <a:cs typeface="Inter"/>
                <a:sym typeface="Inter"/>
              </a:defRPr>
            </a:lvl7pPr>
            <a:lvl8pPr lvl="7" rtl="0">
              <a:lnSpc>
                <a:spcPct val="100000"/>
              </a:lnSpc>
              <a:spcBef>
                <a:spcPts val="0"/>
              </a:spcBef>
              <a:spcAft>
                <a:spcPts val="0"/>
              </a:spcAft>
              <a:buSzPts val="2400"/>
              <a:buFont typeface="Inter"/>
              <a:buNone/>
              <a:defRPr sz="2400" b="1">
                <a:latin typeface="Inter"/>
                <a:ea typeface="Inter"/>
                <a:cs typeface="Inter"/>
                <a:sym typeface="Inter"/>
              </a:defRPr>
            </a:lvl8pPr>
            <a:lvl9pPr lvl="8"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63" name="Google Shape;63;p13"/>
          <p:cNvSpPr txBox="1">
            <a:spLocks noGrp="1"/>
          </p:cNvSpPr>
          <p:nvPr>
            <p:ph type="subTitle" idx="9"/>
          </p:nvPr>
        </p:nvSpPr>
        <p:spPr>
          <a:xfrm>
            <a:off x="1292489" y="3544000"/>
            <a:ext cx="2702100" cy="6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Inter"/>
              <a:buNone/>
              <a:defRPr sz="2400" b="1">
                <a:latin typeface="Inter"/>
                <a:ea typeface="Inter"/>
                <a:cs typeface="Inter"/>
                <a:sym typeface="Inter"/>
              </a:defRPr>
            </a:lvl2pPr>
            <a:lvl3pPr lvl="2" rtl="0">
              <a:lnSpc>
                <a:spcPct val="100000"/>
              </a:lnSpc>
              <a:spcBef>
                <a:spcPts val="0"/>
              </a:spcBef>
              <a:spcAft>
                <a:spcPts val="0"/>
              </a:spcAft>
              <a:buSzPts val="2400"/>
              <a:buFont typeface="Inter"/>
              <a:buNone/>
              <a:defRPr sz="2400" b="1">
                <a:latin typeface="Inter"/>
                <a:ea typeface="Inter"/>
                <a:cs typeface="Inter"/>
                <a:sym typeface="Inter"/>
              </a:defRPr>
            </a:lvl3pPr>
            <a:lvl4pPr lvl="3" rtl="0">
              <a:lnSpc>
                <a:spcPct val="100000"/>
              </a:lnSpc>
              <a:spcBef>
                <a:spcPts val="0"/>
              </a:spcBef>
              <a:spcAft>
                <a:spcPts val="0"/>
              </a:spcAft>
              <a:buSzPts val="2400"/>
              <a:buFont typeface="Inter"/>
              <a:buNone/>
              <a:defRPr sz="2400" b="1">
                <a:latin typeface="Inter"/>
                <a:ea typeface="Inter"/>
                <a:cs typeface="Inter"/>
                <a:sym typeface="Inter"/>
              </a:defRPr>
            </a:lvl4pPr>
            <a:lvl5pPr lvl="4" rtl="0">
              <a:lnSpc>
                <a:spcPct val="100000"/>
              </a:lnSpc>
              <a:spcBef>
                <a:spcPts val="0"/>
              </a:spcBef>
              <a:spcAft>
                <a:spcPts val="0"/>
              </a:spcAft>
              <a:buSzPts val="2400"/>
              <a:buFont typeface="Inter"/>
              <a:buNone/>
              <a:defRPr sz="2400" b="1">
                <a:latin typeface="Inter"/>
                <a:ea typeface="Inter"/>
                <a:cs typeface="Inter"/>
                <a:sym typeface="Inter"/>
              </a:defRPr>
            </a:lvl5pPr>
            <a:lvl6pPr lvl="5" rtl="0">
              <a:lnSpc>
                <a:spcPct val="100000"/>
              </a:lnSpc>
              <a:spcBef>
                <a:spcPts val="0"/>
              </a:spcBef>
              <a:spcAft>
                <a:spcPts val="0"/>
              </a:spcAft>
              <a:buSzPts val="2400"/>
              <a:buFont typeface="Inter"/>
              <a:buNone/>
              <a:defRPr sz="2400" b="1">
                <a:latin typeface="Inter"/>
                <a:ea typeface="Inter"/>
                <a:cs typeface="Inter"/>
                <a:sym typeface="Inter"/>
              </a:defRPr>
            </a:lvl6pPr>
            <a:lvl7pPr lvl="6" rtl="0">
              <a:lnSpc>
                <a:spcPct val="100000"/>
              </a:lnSpc>
              <a:spcBef>
                <a:spcPts val="0"/>
              </a:spcBef>
              <a:spcAft>
                <a:spcPts val="0"/>
              </a:spcAft>
              <a:buSzPts val="2400"/>
              <a:buFont typeface="Inter"/>
              <a:buNone/>
              <a:defRPr sz="2400" b="1">
                <a:latin typeface="Inter"/>
                <a:ea typeface="Inter"/>
                <a:cs typeface="Inter"/>
                <a:sym typeface="Inter"/>
              </a:defRPr>
            </a:lvl7pPr>
            <a:lvl8pPr lvl="7" rtl="0">
              <a:lnSpc>
                <a:spcPct val="100000"/>
              </a:lnSpc>
              <a:spcBef>
                <a:spcPts val="0"/>
              </a:spcBef>
              <a:spcAft>
                <a:spcPts val="0"/>
              </a:spcAft>
              <a:buSzPts val="2400"/>
              <a:buFont typeface="Inter"/>
              <a:buNone/>
              <a:defRPr sz="2400" b="1">
                <a:latin typeface="Inter"/>
                <a:ea typeface="Inter"/>
                <a:cs typeface="Inter"/>
                <a:sym typeface="Inter"/>
              </a:defRPr>
            </a:lvl8pPr>
            <a:lvl9pPr lvl="8"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64" name="Google Shape;64;p13"/>
          <p:cNvSpPr txBox="1">
            <a:spLocks noGrp="1"/>
          </p:cNvSpPr>
          <p:nvPr>
            <p:ph type="subTitle" idx="13"/>
          </p:nvPr>
        </p:nvSpPr>
        <p:spPr>
          <a:xfrm>
            <a:off x="4799202" y="1400867"/>
            <a:ext cx="2702100" cy="6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Inter"/>
              <a:buNone/>
              <a:defRPr sz="2400" b="1">
                <a:latin typeface="Inter"/>
                <a:ea typeface="Inter"/>
                <a:cs typeface="Inter"/>
                <a:sym typeface="Inter"/>
              </a:defRPr>
            </a:lvl2pPr>
            <a:lvl3pPr lvl="2" rtl="0">
              <a:lnSpc>
                <a:spcPct val="100000"/>
              </a:lnSpc>
              <a:spcBef>
                <a:spcPts val="0"/>
              </a:spcBef>
              <a:spcAft>
                <a:spcPts val="0"/>
              </a:spcAft>
              <a:buSzPts val="2400"/>
              <a:buFont typeface="Inter"/>
              <a:buNone/>
              <a:defRPr sz="2400" b="1">
                <a:latin typeface="Inter"/>
                <a:ea typeface="Inter"/>
                <a:cs typeface="Inter"/>
                <a:sym typeface="Inter"/>
              </a:defRPr>
            </a:lvl3pPr>
            <a:lvl4pPr lvl="3" rtl="0">
              <a:lnSpc>
                <a:spcPct val="100000"/>
              </a:lnSpc>
              <a:spcBef>
                <a:spcPts val="0"/>
              </a:spcBef>
              <a:spcAft>
                <a:spcPts val="0"/>
              </a:spcAft>
              <a:buSzPts val="2400"/>
              <a:buFont typeface="Inter"/>
              <a:buNone/>
              <a:defRPr sz="2400" b="1">
                <a:latin typeface="Inter"/>
                <a:ea typeface="Inter"/>
                <a:cs typeface="Inter"/>
                <a:sym typeface="Inter"/>
              </a:defRPr>
            </a:lvl4pPr>
            <a:lvl5pPr lvl="4" rtl="0">
              <a:lnSpc>
                <a:spcPct val="100000"/>
              </a:lnSpc>
              <a:spcBef>
                <a:spcPts val="0"/>
              </a:spcBef>
              <a:spcAft>
                <a:spcPts val="0"/>
              </a:spcAft>
              <a:buSzPts val="2400"/>
              <a:buFont typeface="Inter"/>
              <a:buNone/>
              <a:defRPr sz="2400" b="1">
                <a:latin typeface="Inter"/>
                <a:ea typeface="Inter"/>
                <a:cs typeface="Inter"/>
                <a:sym typeface="Inter"/>
              </a:defRPr>
            </a:lvl5pPr>
            <a:lvl6pPr lvl="5" rtl="0">
              <a:lnSpc>
                <a:spcPct val="100000"/>
              </a:lnSpc>
              <a:spcBef>
                <a:spcPts val="0"/>
              </a:spcBef>
              <a:spcAft>
                <a:spcPts val="0"/>
              </a:spcAft>
              <a:buSzPts val="2400"/>
              <a:buFont typeface="Inter"/>
              <a:buNone/>
              <a:defRPr sz="2400" b="1">
                <a:latin typeface="Inter"/>
                <a:ea typeface="Inter"/>
                <a:cs typeface="Inter"/>
                <a:sym typeface="Inter"/>
              </a:defRPr>
            </a:lvl6pPr>
            <a:lvl7pPr lvl="6" rtl="0">
              <a:lnSpc>
                <a:spcPct val="100000"/>
              </a:lnSpc>
              <a:spcBef>
                <a:spcPts val="0"/>
              </a:spcBef>
              <a:spcAft>
                <a:spcPts val="0"/>
              </a:spcAft>
              <a:buSzPts val="2400"/>
              <a:buFont typeface="Inter"/>
              <a:buNone/>
              <a:defRPr sz="2400" b="1">
                <a:latin typeface="Inter"/>
                <a:ea typeface="Inter"/>
                <a:cs typeface="Inter"/>
                <a:sym typeface="Inter"/>
              </a:defRPr>
            </a:lvl7pPr>
            <a:lvl8pPr lvl="7" rtl="0">
              <a:lnSpc>
                <a:spcPct val="100000"/>
              </a:lnSpc>
              <a:spcBef>
                <a:spcPts val="0"/>
              </a:spcBef>
              <a:spcAft>
                <a:spcPts val="0"/>
              </a:spcAft>
              <a:buSzPts val="2400"/>
              <a:buFont typeface="Inter"/>
              <a:buNone/>
              <a:defRPr sz="2400" b="1">
                <a:latin typeface="Inter"/>
                <a:ea typeface="Inter"/>
                <a:cs typeface="Inter"/>
                <a:sym typeface="Inter"/>
              </a:defRPr>
            </a:lvl8pPr>
            <a:lvl9pPr lvl="8"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65" name="Google Shape;65;p13"/>
          <p:cNvSpPr txBox="1">
            <a:spLocks noGrp="1"/>
          </p:cNvSpPr>
          <p:nvPr>
            <p:ph type="subTitle" idx="14"/>
          </p:nvPr>
        </p:nvSpPr>
        <p:spPr>
          <a:xfrm>
            <a:off x="4799202" y="2472431"/>
            <a:ext cx="2702100" cy="6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Inter"/>
              <a:buNone/>
              <a:defRPr sz="2400" b="1">
                <a:latin typeface="Inter"/>
                <a:ea typeface="Inter"/>
                <a:cs typeface="Inter"/>
                <a:sym typeface="Inter"/>
              </a:defRPr>
            </a:lvl2pPr>
            <a:lvl3pPr lvl="2" rtl="0">
              <a:lnSpc>
                <a:spcPct val="100000"/>
              </a:lnSpc>
              <a:spcBef>
                <a:spcPts val="0"/>
              </a:spcBef>
              <a:spcAft>
                <a:spcPts val="0"/>
              </a:spcAft>
              <a:buSzPts val="2400"/>
              <a:buFont typeface="Inter"/>
              <a:buNone/>
              <a:defRPr sz="2400" b="1">
                <a:latin typeface="Inter"/>
                <a:ea typeface="Inter"/>
                <a:cs typeface="Inter"/>
                <a:sym typeface="Inter"/>
              </a:defRPr>
            </a:lvl3pPr>
            <a:lvl4pPr lvl="3" rtl="0">
              <a:lnSpc>
                <a:spcPct val="100000"/>
              </a:lnSpc>
              <a:spcBef>
                <a:spcPts val="0"/>
              </a:spcBef>
              <a:spcAft>
                <a:spcPts val="0"/>
              </a:spcAft>
              <a:buSzPts val="2400"/>
              <a:buFont typeface="Inter"/>
              <a:buNone/>
              <a:defRPr sz="2400" b="1">
                <a:latin typeface="Inter"/>
                <a:ea typeface="Inter"/>
                <a:cs typeface="Inter"/>
                <a:sym typeface="Inter"/>
              </a:defRPr>
            </a:lvl4pPr>
            <a:lvl5pPr lvl="4" rtl="0">
              <a:lnSpc>
                <a:spcPct val="100000"/>
              </a:lnSpc>
              <a:spcBef>
                <a:spcPts val="0"/>
              </a:spcBef>
              <a:spcAft>
                <a:spcPts val="0"/>
              </a:spcAft>
              <a:buSzPts val="2400"/>
              <a:buFont typeface="Inter"/>
              <a:buNone/>
              <a:defRPr sz="2400" b="1">
                <a:latin typeface="Inter"/>
                <a:ea typeface="Inter"/>
                <a:cs typeface="Inter"/>
                <a:sym typeface="Inter"/>
              </a:defRPr>
            </a:lvl5pPr>
            <a:lvl6pPr lvl="5" rtl="0">
              <a:lnSpc>
                <a:spcPct val="100000"/>
              </a:lnSpc>
              <a:spcBef>
                <a:spcPts val="0"/>
              </a:spcBef>
              <a:spcAft>
                <a:spcPts val="0"/>
              </a:spcAft>
              <a:buSzPts val="2400"/>
              <a:buFont typeface="Inter"/>
              <a:buNone/>
              <a:defRPr sz="2400" b="1">
                <a:latin typeface="Inter"/>
                <a:ea typeface="Inter"/>
                <a:cs typeface="Inter"/>
                <a:sym typeface="Inter"/>
              </a:defRPr>
            </a:lvl6pPr>
            <a:lvl7pPr lvl="6" rtl="0">
              <a:lnSpc>
                <a:spcPct val="100000"/>
              </a:lnSpc>
              <a:spcBef>
                <a:spcPts val="0"/>
              </a:spcBef>
              <a:spcAft>
                <a:spcPts val="0"/>
              </a:spcAft>
              <a:buSzPts val="2400"/>
              <a:buFont typeface="Inter"/>
              <a:buNone/>
              <a:defRPr sz="2400" b="1">
                <a:latin typeface="Inter"/>
                <a:ea typeface="Inter"/>
                <a:cs typeface="Inter"/>
                <a:sym typeface="Inter"/>
              </a:defRPr>
            </a:lvl7pPr>
            <a:lvl8pPr lvl="7" rtl="0">
              <a:lnSpc>
                <a:spcPct val="100000"/>
              </a:lnSpc>
              <a:spcBef>
                <a:spcPts val="0"/>
              </a:spcBef>
              <a:spcAft>
                <a:spcPts val="0"/>
              </a:spcAft>
              <a:buSzPts val="2400"/>
              <a:buFont typeface="Inter"/>
              <a:buNone/>
              <a:defRPr sz="2400" b="1">
                <a:latin typeface="Inter"/>
                <a:ea typeface="Inter"/>
                <a:cs typeface="Inter"/>
                <a:sym typeface="Inter"/>
              </a:defRPr>
            </a:lvl8pPr>
            <a:lvl9pPr lvl="8"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66" name="Google Shape;66;p13"/>
          <p:cNvSpPr txBox="1">
            <a:spLocks noGrp="1"/>
          </p:cNvSpPr>
          <p:nvPr>
            <p:ph type="subTitle" idx="15"/>
          </p:nvPr>
        </p:nvSpPr>
        <p:spPr>
          <a:xfrm>
            <a:off x="4799202" y="3543996"/>
            <a:ext cx="2702100" cy="67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rtl="0">
              <a:lnSpc>
                <a:spcPct val="100000"/>
              </a:lnSpc>
              <a:spcBef>
                <a:spcPts val="0"/>
              </a:spcBef>
              <a:spcAft>
                <a:spcPts val="0"/>
              </a:spcAft>
              <a:buSzPts val="2400"/>
              <a:buFont typeface="Inter"/>
              <a:buNone/>
              <a:defRPr sz="2400" b="1">
                <a:latin typeface="Inter"/>
                <a:ea typeface="Inter"/>
                <a:cs typeface="Inter"/>
                <a:sym typeface="Inter"/>
              </a:defRPr>
            </a:lvl2pPr>
            <a:lvl3pPr lvl="2" rtl="0">
              <a:lnSpc>
                <a:spcPct val="100000"/>
              </a:lnSpc>
              <a:spcBef>
                <a:spcPts val="0"/>
              </a:spcBef>
              <a:spcAft>
                <a:spcPts val="0"/>
              </a:spcAft>
              <a:buSzPts val="2400"/>
              <a:buFont typeface="Inter"/>
              <a:buNone/>
              <a:defRPr sz="2400" b="1">
                <a:latin typeface="Inter"/>
                <a:ea typeface="Inter"/>
                <a:cs typeface="Inter"/>
                <a:sym typeface="Inter"/>
              </a:defRPr>
            </a:lvl3pPr>
            <a:lvl4pPr lvl="3" rtl="0">
              <a:lnSpc>
                <a:spcPct val="100000"/>
              </a:lnSpc>
              <a:spcBef>
                <a:spcPts val="0"/>
              </a:spcBef>
              <a:spcAft>
                <a:spcPts val="0"/>
              </a:spcAft>
              <a:buSzPts val="2400"/>
              <a:buFont typeface="Inter"/>
              <a:buNone/>
              <a:defRPr sz="2400" b="1">
                <a:latin typeface="Inter"/>
                <a:ea typeface="Inter"/>
                <a:cs typeface="Inter"/>
                <a:sym typeface="Inter"/>
              </a:defRPr>
            </a:lvl4pPr>
            <a:lvl5pPr lvl="4" rtl="0">
              <a:lnSpc>
                <a:spcPct val="100000"/>
              </a:lnSpc>
              <a:spcBef>
                <a:spcPts val="0"/>
              </a:spcBef>
              <a:spcAft>
                <a:spcPts val="0"/>
              </a:spcAft>
              <a:buSzPts val="2400"/>
              <a:buFont typeface="Inter"/>
              <a:buNone/>
              <a:defRPr sz="2400" b="1">
                <a:latin typeface="Inter"/>
                <a:ea typeface="Inter"/>
                <a:cs typeface="Inter"/>
                <a:sym typeface="Inter"/>
              </a:defRPr>
            </a:lvl5pPr>
            <a:lvl6pPr lvl="5" rtl="0">
              <a:lnSpc>
                <a:spcPct val="100000"/>
              </a:lnSpc>
              <a:spcBef>
                <a:spcPts val="0"/>
              </a:spcBef>
              <a:spcAft>
                <a:spcPts val="0"/>
              </a:spcAft>
              <a:buSzPts val="2400"/>
              <a:buFont typeface="Inter"/>
              <a:buNone/>
              <a:defRPr sz="2400" b="1">
                <a:latin typeface="Inter"/>
                <a:ea typeface="Inter"/>
                <a:cs typeface="Inter"/>
                <a:sym typeface="Inter"/>
              </a:defRPr>
            </a:lvl6pPr>
            <a:lvl7pPr lvl="6" rtl="0">
              <a:lnSpc>
                <a:spcPct val="100000"/>
              </a:lnSpc>
              <a:spcBef>
                <a:spcPts val="0"/>
              </a:spcBef>
              <a:spcAft>
                <a:spcPts val="0"/>
              </a:spcAft>
              <a:buSzPts val="2400"/>
              <a:buFont typeface="Inter"/>
              <a:buNone/>
              <a:defRPr sz="2400" b="1">
                <a:latin typeface="Inter"/>
                <a:ea typeface="Inter"/>
                <a:cs typeface="Inter"/>
                <a:sym typeface="Inter"/>
              </a:defRPr>
            </a:lvl7pPr>
            <a:lvl8pPr lvl="7" rtl="0">
              <a:lnSpc>
                <a:spcPct val="100000"/>
              </a:lnSpc>
              <a:spcBef>
                <a:spcPts val="0"/>
              </a:spcBef>
              <a:spcAft>
                <a:spcPts val="0"/>
              </a:spcAft>
              <a:buSzPts val="2400"/>
              <a:buFont typeface="Inter"/>
              <a:buNone/>
              <a:defRPr sz="2400" b="1">
                <a:latin typeface="Inter"/>
                <a:ea typeface="Inter"/>
                <a:cs typeface="Inter"/>
                <a:sym typeface="Inter"/>
              </a:defRPr>
            </a:lvl8pPr>
            <a:lvl9pPr lvl="8"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CUSTOM_10_1">
    <p:bg>
      <p:bgPr>
        <a:solidFill>
          <a:schemeClr val="dk1"/>
        </a:solidFill>
        <a:effectLst/>
      </p:bgPr>
    </p:bg>
    <p:spTree>
      <p:nvGrpSpPr>
        <p:cNvPr id="1" name="Shape 72"/>
        <p:cNvGrpSpPr/>
        <p:nvPr/>
      </p:nvGrpSpPr>
      <p:grpSpPr>
        <a:xfrm>
          <a:off x="0" y="0"/>
          <a:ext cx="0" cy="0"/>
          <a:chOff x="0" y="0"/>
          <a:chExt cx="0" cy="0"/>
        </a:xfrm>
      </p:grpSpPr>
      <p:sp>
        <p:nvSpPr>
          <p:cNvPr id="73" name="Google Shape;73;p15"/>
          <p:cNvSpPr/>
          <p:nvPr/>
        </p:nvSpPr>
        <p:spPr>
          <a:xfrm rot="10800000" flipH="1">
            <a:off x="117900" y="119100"/>
            <a:ext cx="8908200" cy="4731900"/>
          </a:xfrm>
          <a:prstGeom prst="roundRect">
            <a:avLst>
              <a:gd name="adj" fmla="val 177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74" name="Google Shape;74;p15"/>
          <p:cNvSpPr txBox="1">
            <a:spLocks noGrp="1"/>
          </p:cNvSpPr>
          <p:nvPr>
            <p:ph type="title"/>
          </p:nvPr>
        </p:nvSpPr>
        <p:spPr>
          <a:xfrm>
            <a:off x="713275" y="794675"/>
            <a:ext cx="7717500" cy="698400"/>
          </a:xfrm>
          <a:prstGeom prst="rect">
            <a:avLst/>
          </a:prstGeom>
          <a:ln>
            <a:noFill/>
          </a:ln>
        </p:spPr>
        <p:txBody>
          <a:bodyPr spcFirstLastPara="1" wrap="square" lIns="91425" tIns="91425" rIns="91425" bIns="91425" anchor="t" anchorCtr="0">
            <a:noAutofit/>
          </a:bodyPr>
          <a:lstStyle>
            <a:lvl1pPr lvl="0" algn="l">
              <a:spcBef>
                <a:spcPts val="0"/>
              </a:spcBef>
              <a:spcAft>
                <a:spcPts val="0"/>
              </a:spcAft>
              <a:buSzPts val="2600"/>
              <a:buNone/>
              <a:defRPr sz="4000"/>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75" name="Google Shape;75;p15"/>
          <p:cNvSpPr txBox="1">
            <a:spLocks noGrp="1"/>
          </p:cNvSpPr>
          <p:nvPr>
            <p:ph type="body" idx="1"/>
          </p:nvPr>
        </p:nvSpPr>
        <p:spPr>
          <a:xfrm>
            <a:off x="3488849" y="2398525"/>
            <a:ext cx="4941900" cy="19503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200"/>
            </a:lvl1pPr>
            <a:lvl2pPr marL="914400" lvl="1" indent="-304800">
              <a:lnSpc>
                <a:spcPct val="115000"/>
              </a:lnSpc>
              <a:spcBef>
                <a:spcPts val="0"/>
              </a:spcBef>
              <a:spcAft>
                <a:spcPts val="0"/>
              </a:spcAft>
              <a:buSzPts val="1200"/>
              <a:buChar char="○"/>
              <a:defRPr/>
            </a:lvl2pPr>
            <a:lvl3pPr marL="1371600" lvl="2" indent="-304800">
              <a:lnSpc>
                <a:spcPct val="115000"/>
              </a:lnSpc>
              <a:spcBef>
                <a:spcPts val="0"/>
              </a:spcBef>
              <a:spcAft>
                <a:spcPts val="0"/>
              </a:spcAft>
              <a:buSzPts val="1200"/>
              <a:buChar char="■"/>
              <a:defRPr/>
            </a:lvl3pPr>
            <a:lvl4pPr marL="1828800" lvl="3" indent="-304800">
              <a:lnSpc>
                <a:spcPct val="115000"/>
              </a:lnSpc>
              <a:spcBef>
                <a:spcPts val="0"/>
              </a:spcBef>
              <a:spcAft>
                <a:spcPts val="0"/>
              </a:spcAft>
              <a:buSzPts val="1200"/>
              <a:buChar char="●"/>
              <a:defRPr/>
            </a:lvl4pPr>
            <a:lvl5pPr marL="2286000" lvl="4" indent="-304800">
              <a:lnSpc>
                <a:spcPct val="115000"/>
              </a:lnSpc>
              <a:spcBef>
                <a:spcPts val="0"/>
              </a:spcBef>
              <a:spcAft>
                <a:spcPts val="0"/>
              </a:spcAft>
              <a:buSzPts val="1200"/>
              <a:buChar char="○"/>
              <a:defRPr/>
            </a:lvl5pPr>
            <a:lvl6pPr marL="2743200" lvl="5" indent="-304800">
              <a:lnSpc>
                <a:spcPct val="115000"/>
              </a:lnSpc>
              <a:spcBef>
                <a:spcPts val="0"/>
              </a:spcBef>
              <a:spcAft>
                <a:spcPts val="0"/>
              </a:spcAft>
              <a:buSzPts val="1200"/>
              <a:buChar char="■"/>
              <a:defRPr/>
            </a:lvl6pPr>
            <a:lvl7pPr marL="3200400" lvl="6" indent="-304800">
              <a:lnSpc>
                <a:spcPct val="115000"/>
              </a:lnSpc>
              <a:spcBef>
                <a:spcPts val="0"/>
              </a:spcBef>
              <a:spcAft>
                <a:spcPts val="0"/>
              </a:spcAft>
              <a:buSzPts val="1200"/>
              <a:buChar char="●"/>
              <a:defRPr/>
            </a:lvl7pPr>
            <a:lvl8pPr marL="3657600" lvl="7" indent="-304800">
              <a:lnSpc>
                <a:spcPct val="115000"/>
              </a:lnSpc>
              <a:spcBef>
                <a:spcPts val="0"/>
              </a:spcBef>
              <a:spcAft>
                <a:spcPts val="0"/>
              </a:spcAft>
              <a:buSzPts val="1200"/>
              <a:buChar char="○"/>
              <a:defRPr/>
            </a:lvl8pPr>
            <a:lvl9pPr marL="4114800" lvl="8" indent="-304800">
              <a:lnSpc>
                <a:spcPct val="115000"/>
              </a:lnSpc>
              <a:spcBef>
                <a:spcPts val="0"/>
              </a:spcBef>
              <a:spcAft>
                <a:spcPts val="0"/>
              </a:spcAft>
              <a:buSzPts val="12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TITLE_ONLY_1_1">
    <p:bg>
      <p:bgPr>
        <a:solidFill>
          <a:schemeClr val="dk1"/>
        </a:solidFill>
        <a:effectLst/>
      </p:bgPr>
    </p:bg>
    <p:spTree>
      <p:nvGrpSpPr>
        <p:cNvPr id="1" name="Shape 79"/>
        <p:cNvGrpSpPr/>
        <p:nvPr/>
      </p:nvGrpSpPr>
      <p:grpSpPr>
        <a:xfrm>
          <a:off x="0" y="0"/>
          <a:ext cx="0" cy="0"/>
          <a:chOff x="0" y="0"/>
          <a:chExt cx="0" cy="0"/>
        </a:xfrm>
      </p:grpSpPr>
      <p:sp>
        <p:nvSpPr>
          <p:cNvPr id="80" name="Google Shape;80;p17"/>
          <p:cNvSpPr/>
          <p:nvPr/>
        </p:nvSpPr>
        <p:spPr>
          <a:xfrm rot="10800000" flipH="1">
            <a:off x="117900" y="119100"/>
            <a:ext cx="8908200" cy="4731900"/>
          </a:xfrm>
          <a:prstGeom prst="roundRect">
            <a:avLst>
              <a:gd name="adj" fmla="val 177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1" name="Google Shape;8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6">
    <p:bg>
      <p:bgPr>
        <a:solidFill>
          <a:schemeClr val="dk1"/>
        </a:solidFill>
        <a:effectLst/>
      </p:bgPr>
    </p:bg>
    <p:spTree>
      <p:nvGrpSpPr>
        <p:cNvPr id="1" name="Shape 82"/>
        <p:cNvGrpSpPr/>
        <p:nvPr/>
      </p:nvGrpSpPr>
      <p:grpSpPr>
        <a:xfrm>
          <a:off x="0" y="0"/>
          <a:ext cx="0" cy="0"/>
          <a:chOff x="0" y="0"/>
          <a:chExt cx="0" cy="0"/>
        </a:xfrm>
      </p:grpSpPr>
      <p:sp>
        <p:nvSpPr>
          <p:cNvPr id="83" name="Google Shape;83;p18"/>
          <p:cNvSpPr/>
          <p:nvPr/>
        </p:nvSpPr>
        <p:spPr>
          <a:xfrm rot="10800000" flipH="1">
            <a:off x="117900" y="119100"/>
            <a:ext cx="8908200" cy="4731900"/>
          </a:xfrm>
          <a:prstGeom prst="roundRect">
            <a:avLst>
              <a:gd name="adj" fmla="val 177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84" name="Google Shape;8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85" name="Google Shape;85;p18"/>
          <p:cNvSpPr txBox="1">
            <a:spLocks noGrp="1"/>
          </p:cNvSpPr>
          <p:nvPr>
            <p:ph type="subTitle" idx="1"/>
          </p:nvPr>
        </p:nvSpPr>
        <p:spPr>
          <a:xfrm>
            <a:off x="713225" y="2588075"/>
            <a:ext cx="2505300" cy="147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6" name="Google Shape;86;p18"/>
          <p:cNvSpPr txBox="1">
            <a:spLocks noGrp="1"/>
          </p:cNvSpPr>
          <p:nvPr>
            <p:ph type="subTitle" idx="2"/>
          </p:nvPr>
        </p:nvSpPr>
        <p:spPr>
          <a:xfrm>
            <a:off x="3319390" y="2588075"/>
            <a:ext cx="2505300" cy="147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7" name="Google Shape;87;p18"/>
          <p:cNvSpPr txBox="1">
            <a:spLocks noGrp="1"/>
          </p:cNvSpPr>
          <p:nvPr>
            <p:ph type="subTitle" idx="3"/>
          </p:nvPr>
        </p:nvSpPr>
        <p:spPr>
          <a:xfrm>
            <a:off x="5925555" y="2588075"/>
            <a:ext cx="2505300" cy="147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8" name="Google Shape;88;p18"/>
          <p:cNvSpPr txBox="1">
            <a:spLocks noGrp="1"/>
          </p:cNvSpPr>
          <p:nvPr>
            <p:ph type="subTitle" idx="4"/>
          </p:nvPr>
        </p:nvSpPr>
        <p:spPr>
          <a:xfrm>
            <a:off x="713225" y="1987175"/>
            <a:ext cx="2505300" cy="6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algn="ctr" rtl="0">
              <a:lnSpc>
                <a:spcPct val="100000"/>
              </a:lnSpc>
              <a:spcBef>
                <a:spcPts val="0"/>
              </a:spcBef>
              <a:spcAft>
                <a:spcPts val="0"/>
              </a:spcAft>
              <a:buSzPts val="2400"/>
              <a:buFont typeface="Inter"/>
              <a:buNone/>
              <a:defRPr sz="2400" b="1">
                <a:latin typeface="Inter"/>
                <a:ea typeface="Inter"/>
                <a:cs typeface="Inter"/>
                <a:sym typeface="Inter"/>
              </a:defRPr>
            </a:lvl2pPr>
            <a:lvl3pPr lvl="2" algn="ctr" rtl="0">
              <a:lnSpc>
                <a:spcPct val="100000"/>
              </a:lnSpc>
              <a:spcBef>
                <a:spcPts val="0"/>
              </a:spcBef>
              <a:spcAft>
                <a:spcPts val="0"/>
              </a:spcAft>
              <a:buSzPts val="2400"/>
              <a:buFont typeface="Inter"/>
              <a:buNone/>
              <a:defRPr sz="2400" b="1">
                <a:latin typeface="Inter"/>
                <a:ea typeface="Inter"/>
                <a:cs typeface="Inter"/>
                <a:sym typeface="Inter"/>
              </a:defRPr>
            </a:lvl3pPr>
            <a:lvl4pPr lvl="3" algn="ctr" rtl="0">
              <a:lnSpc>
                <a:spcPct val="100000"/>
              </a:lnSpc>
              <a:spcBef>
                <a:spcPts val="0"/>
              </a:spcBef>
              <a:spcAft>
                <a:spcPts val="0"/>
              </a:spcAft>
              <a:buSzPts val="2400"/>
              <a:buFont typeface="Inter"/>
              <a:buNone/>
              <a:defRPr sz="2400" b="1">
                <a:latin typeface="Inter"/>
                <a:ea typeface="Inter"/>
                <a:cs typeface="Inter"/>
                <a:sym typeface="Inter"/>
              </a:defRPr>
            </a:lvl4pPr>
            <a:lvl5pPr lvl="4" algn="ctr" rtl="0">
              <a:lnSpc>
                <a:spcPct val="100000"/>
              </a:lnSpc>
              <a:spcBef>
                <a:spcPts val="0"/>
              </a:spcBef>
              <a:spcAft>
                <a:spcPts val="0"/>
              </a:spcAft>
              <a:buSzPts val="2400"/>
              <a:buFont typeface="Inter"/>
              <a:buNone/>
              <a:defRPr sz="2400" b="1">
                <a:latin typeface="Inter"/>
                <a:ea typeface="Inter"/>
                <a:cs typeface="Inter"/>
                <a:sym typeface="Inter"/>
              </a:defRPr>
            </a:lvl5pPr>
            <a:lvl6pPr lvl="5" algn="ctr" rtl="0">
              <a:lnSpc>
                <a:spcPct val="100000"/>
              </a:lnSpc>
              <a:spcBef>
                <a:spcPts val="0"/>
              </a:spcBef>
              <a:spcAft>
                <a:spcPts val="0"/>
              </a:spcAft>
              <a:buSzPts val="2400"/>
              <a:buFont typeface="Inter"/>
              <a:buNone/>
              <a:defRPr sz="2400" b="1">
                <a:latin typeface="Inter"/>
                <a:ea typeface="Inter"/>
                <a:cs typeface="Inter"/>
                <a:sym typeface="Inter"/>
              </a:defRPr>
            </a:lvl6pPr>
            <a:lvl7pPr lvl="6" algn="ctr" rtl="0">
              <a:lnSpc>
                <a:spcPct val="100000"/>
              </a:lnSpc>
              <a:spcBef>
                <a:spcPts val="0"/>
              </a:spcBef>
              <a:spcAft>
                <a:spcPts val="0"/>
              </a:spcAft>
              <a:buSzPts val="2400"/>
              <a:buFont typeface="Inter"/>
              <a:buNone/>
              <a:defRPr sz="2400" b="1">
                <a:latin typeface="Inter"/>
                <a:ea typeface="Inter"/>
                <a:cs typeface="Inter"/>
                <a:sym typeface="Inter"/>
              </a:defRPr>
            </a:lvl7pPr>
            <a:lvl8pPr lvl="7" algn="ctr" rtl="0">
              <a:lnSpc>
                <a:spcPct val="100000"/>
              </a:lnSpc>
              <a:spcBef>
                <a:spcPts val="0"/>
              </a:spcBef>
              <a:spcAft>
                <a:spcPts val="0"/>
              </a:spcAft>
              <a:buSzPts val="2400"/>
              <a:buFont typeface="Inter"/>
              <a:buNone/>
              <a:defRPr sz="2400" b="1">
                <a:latin typeface="Inter"/>
                <a:ea typeface="Inter"/>
                <a:cs typeface="Inter"/>
                <a:sym typeface="Inter"/>
              </a:defRPr>
            </a:lvl8pPr>
            <a:lvl9pPr lvl="8" algn="ctr"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89" name="Google Shape;89;p18"/>
          <p:cNvSpPr txBox="1">
            <a:spLocks noGrp="1"/>
          </p:cNvSpPr>
          <p:nvPr>
            <p:ph type="subTitle" idx="5"/>
          </p:nvPr>
        </p:nvSpPr>
        <p:spPr>
          <a:xfrm>
            <a:off x="3319390" y="1987175"/>
            <a:ext cx="2505300" cy="6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algn="ctr" rtl="0">
              <a:lnSpc>
                <a:spcPct val="100000"/>
              </a:lnSpc>
              <a:spcBef>
                <a:spcPts val="0"/>
              </a:spcBef>
              <a:spcAft>
                <a:spcPts val="0"/>
              </a:spcAft>
              <a:buSzPts val="2400"/>
              <a:buFont typeface="Inter"/>
              <a:buNone/>
              <a:defRPr sz="2400" b="1">
                <a:latin typeface="Inter"/>
                <a:ea typeface="Inter"/>
                <a:cs typeface="Inter"/>
                <a:sym typeface="Inter"/>
              </a:defRPr>
            </a:lvl2pPr>
            <a:lvl3pPr lvl="2" algn="ctr" rtl="0">
              <a:lnSpc>
                <a:spcPct val="100000"/>
              </a:lnSpc>
              <a:spcBef>
                <a:spcPts val="0"/>
              </a:spcBef>
              <a:spcAft>
                <a:spcPts val="0"/>
              </a:spcAft>
              <a:buSzPts val="2400"/>
              <a:buFont typeface="Inter"/>
              <a:buNone/>
              <a:defRPr sz="2400" b="1">
                <a:latin typeface="Inter"/>
                <a:ea typeface="Inter"/>
                <a:cs typeface="Inter"/>
                <a:sym typeface="Inter"/>
              </a:defRPr>
            </a:lvl3pPr>
            <a:lvl4pPr lvl="3" algn="ctr" rtl="0">
              <a:lnSpc>
                <a:spcPct val="100000"/>
              </a:lnSpc>
              <a:spcBef>
                <a:spcPts val="0"/>
              </a:spcBef>
              <a:spcAft>
                <a:spcPts val="0"/>
              </a:spcAft>
              <a:buSzPts val="2400"/>
              <a:buFont typeface="Inter"/>
              <a:buNone/>
              <a:defRPr sz="2400" b="1">
                <a:latin typeface="Inter"/>
                <a:ea typeface="Inter"/>
                <a:cs typeface="Inter"/>
                <a:sym typeface="Inter"/>
              </a:defRPr>
            </a:lvl4pPr>
            <a:lvl5pPr lvl="4" algn="ctr" rtl="0">
              <a:lnSpc>
                <a:spcPct val="100000"/>
              </a:lnSpc>
              <a:spcBef>
                <a:spcPts val="0"/>
              </a:spcBef>
              <a:spcAft>
                <a:spcPts val="0"/>
              </a:spcAft>
              <a:buSzPts val="2400"/>
              <a:buFont typeface="Inter"/>
              <a:buNone/>
              <a:defRPr sz="2400" b="1">
                <a:latin typeface="Inter"/>
                <a:ea typeface="Inter"/>
                <a:cs typeface="Inter"/>
                <a:sym typeface="Inter"/>
              </a:defRPr>
            </a:lvl5pPr>
            <a:lvl6pPr lvl="5" algn="ctr" rtl="0">
              <a:lnSpc>
                <a:spcPct val="100000"/>
              </a:lnSpc>
              <a:spcBef>
                <a:spcPts val="0"/>
              </a:spcBef>
              <a:spcAft>
                <a:spcPts val="0"/>
              </a:spcAft>
              <a:buSzPts val="2400"/>
              <a:buFont typeface="Inter"/>
              <a:buNone/>
              <a:defRPr sz="2400" b="1">
                <a:latin typeface="Inter"/>
                <a:ea typeface="Inter"/>
                <a:cs typeface="Inter"/>
                <a:sym typeface="Inter"/>
              </a:defRPr>
            </a:lvl6pPr>
            <a:lvl7pPr lvl="6" algn="ctr" rtl="0">
              <a:lnSpc>
                <a:spcPct val="100000"/>
              </a:lnSpc>
              <a:spcBef>
                <a:spcPts val="0"/>
              </a:spcBef>
              <a:spcAft>
                <a:spcPts val="0"/>
              </a:spcAft>
              <a:buSzPts val="2400"/>
              <a:buFont typeface="Inter"/>
              <a:buNone/>
              <a:defRPr sz="2400" b="1">
                <a:latin typeface="Inter"/>
                <a:ea typeface="Inter"/>
                <a:cs typeface="Inter"/>
                <a:sym typeface="Inter"/>
              </a:defRPr>
            </a:lvl7pPr>
            <a:lvl8pPr lvl="7" algn="ctr" rtl="0">
              <a:lnSpc>
                <a:spcPct val="100000"/>
              </a:lnSpc>
              <a:spcBef>
                <a:spcPts val="0"/>
              </a:spcBef>
              <a:spcAft>
                <a:spcPts val="0"/>
              </a:spcAft>
              <a:buSzPts val="2400"/>
              <a:buFont typeface="Inter"/>
              <a:buNone/>
              <a:defRPr sz="2400" b="1">
                <a:latin typeface="Inter"/>
                <a:ea typeface="Inter"/>
                <a:cs typeface="Inter"/>
                <a:sym typeface="Inter"/>
              </a:defRPr>
            </a:lvl8pPr>
            <a:lvl9pPr lvl="8" algn="ctr"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90" name="Google Shape;90;p18"/>
          <p:cNvSpPr txBox="1">
            <a:spLocks noGrp="1"/>
          </p:cNvSpPr>
          <p:nvPr>
            <p:ph type="subTitle" idx="6"/>
          </p:nvPr>
        </p:nvSpPr>
        <p:spPr>
          <a:xfrm>
            <a:off x="5925555" y="1987175"/>
            <a:ext cx="2505300" cy="6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algn="ctr" rtl="0">
              <a:lnSpc>
                <a:spcPct val="100000"/>
              </a:lnSpc>
              <a:spcBef>
                <a:spcPts val="0"/>
              </a:spcBef>
              <a:spcAft>
                <a:spcPts val="0"/>
              </a:spcAft>
              <a:buSzPts val="2400"/>
              <a:buFont typeface="Inter"/>
              <a:buNone/>
              <a:defRPr sz="2400" b="1">
                <a:latin typeface="Inter"/>
                <a:ea typeface="Inter"/>
                <a:cs typeface="Inter"/>
                <a:sym typeface="Inter"/>
              </a:defRPr>
            </a:lvl2pPr>
            <a:lvl3pPr lvl="2" algn="ctr" rtl="0">
              <a:lnSpc>
                <a:spcPct val="100000"/>
              </a:lnSpc>
              <a:spcBef>
                <a:spcPts val="0"/>
              </a:spcBef>
              <a:spcAft>
                <a:spcPts val="0"/>
              </a:spcAft>
              <a:buSzPts val="2400"/>
              <a:buFont typeface="Inter"/>
              <a:buNone/>
              <a:defRPr sz="2400" b="1">
                <a:latin typeface="Inter"/>
                <a:ea typeface="Inter"/>
                <a:cs typeface="Inter"/>
                <a:sym typeface="Inter"/>
              </a:defRPr>
            </a:lvl3pPr>
            <a:lvl4pPr lvl="3" algn="ctr" rtl="0">
              <a:lnSpc>
                <a:spcPct val="100000"/>
              </a:lnSpc>
              <a:spcBef>
                <a:spcPts val="0"/>
              </a:spcBef>
              <a:spcAft>
                <a:spcPts val="0"/>
              </a:spcAft>
              <a:buSzPts val="2400"/>
              <a:buFont typeface="Inter"/>
              <a:buNone/>
              <a:defRPr sz="2400" b="1">
                <a:latin typeface="Inter"/>
                <a:ea typeface="Inter"/>
                <a:cs typeface="Inter"/>
                <a:sym typeface="Inter"/>
              </a:defRPr>
            </a:lvl4pPr>
            <a:lvl5pPr lvl="4" algn="ctr" rtl="0">
              <a:lnSpc>
                <a:spcPct val="100000"/>
              </a:lnSpc>
              <a:spcBef>
                <a:spcPts val="0"/>
              </a:spcBef>
              <a:spcAft>
                <a:spcPts val="0"/>
              </a:spcAft>
              <a:buSzPts val="2400"/>
              <a:buFont typeface="Inter"/>
              <a:buNone/>
              <a:defRPr sz="2400" b="1">
                <a:latin typeface="Inter"/>
                <a:ea typeface="Inter"/>
                <a:cs typeface="Inter"/>
                <a:sym typeface="Inter"/>
              </a:defRPr>
            </a:lvl5pPr>
            <a:lvl6pPr lvl="5" algn="ctr" rtl="0">
              <a:lnSpc>
                <a:spcPct val="100000"/>
              </a:lnSpc>
              <a:spcBef>
                <a:spcPts val="0"/>
              </a:spcBef>
              <a:spcAft>
                <a:spcPts val="0"/>
              </a:spcAft>
              <a:buSzPts val="2400"/>
              <a:buFont typeface="Inter"/>
              <a:buNone/>
              <a:defRPr sz="2400" b="1">
                <a:latin typeface="Inter"/>
                <a:ea typeface="Inter"/>
                <a:cs typeface="Inter"/>
                <a:sym typeface="Inter"/>
              </a:defRPr>
            </a:lvl6pPr>
            <a:lvl7pPr lvl="6" algn="ctr" rtl="0">
              <a:lnSpc>
                <a:spcPct val="100000"/>
              </a:lnSpc>
              <a:spcBef>
                <a:spcPts val="0"/>
              </a:spcBef>
              <a:spcAft>
                <a:spcPts val="0"/>
              </a:spcAft>
              <a:buSzPts val="2400"/>
              <a:buFont typeface="Inter"/>
              <a:buNone/>
              <a:defRPr sz="2400" b="1">
                <a:latin typeface="Inter"/>
                <a:ea typeface="Inter"/>
                <a:cs typeface="Inter"/>
                <a:sym typeface="Inter"/>
              </a:defRPr>
            </a:lvl7pPr>
            <a:lvl8pPr lvl="7" algn="ctr" rtl="0">
              <a:lnSpc>
                <a:spcPct val="100000"/>
              </a:lnSpc>
              <a:spcBef>
                <a:spcPts val="0"/>
              </a:spcBef>
              <a:spcAft>
                <a:spcPts val="0"/>
              </a:spcAft>
              <a:buSzPts val="2400"/>
              <a:buFont typeface="Inter"/>
              <a:buNone/>
              <a:defRPr sz="2400" b="1">
                <a:latin typeface="Inter"/>
                <a:ea typeface="Inter"/>
                <a:cs typeface="Inter"/>
                <a:sym typeface="Inter"/>
              </a:defRPr>
            </a:lvl8pPr>
            <a:lvl9pPr lvl="8" algn="ctr"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91" name="Google Shape;91;p18"/>
          <p:cNvSpPr txBox="1">
            <a:spLocks noGrp="1"/>
          </p:cNvSpPr>
          <p:nvPr>
            <p:ph type="title" idx="7" hasCustomPrompt="1"/>
          </p:nvPr>
        </p:nvSpPr>
        <p:spPr>
          <a:xfrm>
            <a:off x="3319390" y="1556080"/>
            <a:ext cx="734700" cy="4311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16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2" name="Google Shape;92;p18"/>
          <p:cNvSpPr txBox="1">
            <a:spLocks noGrp="1"/>
          </p:cNvSpPr>
          <p:nvPr>
            <p:ph type="title" idx="8" hasCustomPrompt="1"/>
          </p:nvPr>
        </p:nvSpPr>
        <p:spPr>
          <a:xfrm>
            <a:off x="713225" y="1556083"/>
            <a:ext cx="734700" cy="4311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16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93" name="Google Shape;93;p18"/>
          <p:cNvSpPr txBox="1">
            <a:spLocks noGrp="1"/>
          </p:cNvSpPr>
          <p:nvPr>
            <p:ph type="title" idx="9" hasCustomPrompt="1"/>
          </p:nvPr>
        </p:nvSpPr>
        <p:spPr>
          <a:xfrm>
            <a:off x="5925555" y="1556080"/>
            <a:ext cx="734700" cy="431100"/>
          </a:xfrm>
          <a:prstGeom prst="rect">
            <a:avLst/>
          </a:prstGeom>
          <a:noFill/>
        </p:spPr>
        <p:txBody>
          <a:bodyPr spcFirstLastPara="1" wrap="square" lIns="91425" tIns="91425" rIns="91425" bIns="91425" anchor="ctr" anchorCtr="0">
            <a:noAutofit/>
          </a:bodyPr>
          <a:lstStyle>
            <a:lvl1pPr lvl="0">
              <a:spcBef>
                <a:spcPts val="0"/>
              </a:spcBef>
              <a:spcAft>
                <a:spcPts val="0"/>
              </a:spcAft>
              <a:buSzPts val="3000"/>
              <a:buNone/>
              <a:defRPr sz="16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CUSTOM_5">
    <p:bg>
      <p:bgPr>
        <a:solidFill>
          <a:schemeClr val="dk1"/>
        </a:solidFill>
        <a:effectLst/>
      </p:bgPr>
    </p:bg>
    <p:spTree>
      <p:nvGrpSpPr>
        <p:cNvPr id="1" name="Shape 94"/>
        <p:cNvGrpSpPr/>
        <p:nvPr/>
      </p:nvGrpSpPr>
      <p:grpSpPr>
        <a:xfrm>
          <a:off x="0" y="0"/>
          <a:ext cx="0" cy="0"/>
          <a:chOff x="0" y="0"/>
          <a:chExt cx="0" cy="0"/>
        </a:xfrm>
      </p:grpSpPr>
      <p:sp>
        <p:nvSpPr>
          <p:cNvPr id="95" name="Google Shape;95;p19"/>
          <p:cNvSpPr/>
          <p:nvPr/>
        </p:nvSpPr>
        <p:spPr>
          <a:xfrm rot="10800000" flipH="1">
            <a:off x="117900" y="119100"/>
            <a:ext cx="8908200" cy="4731900"/>
          </a:xfrm>
          <a:prstGeom prst="roundRect">
            <a:avLst>
              <a:gd name="adj" fmla="val 177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6" name="Google Shape;96;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97" name="Google Shape;97;p19"/>
          <p:cNvSpPr txBox="1">
            <a:spLocks noGrp="1"/>
          </p:cNvSpPr>
          <p:nvPr>
            <p:ph type="subTitle" idx="1"/>
          </p:nvPr>
        </p:nvSpPr>
        <p:spPr>
          <a:xfrm>
            <a:off x="713236" y="1841263"/>
            <a:ext cx="33222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8" name="Google Shape;98;p19"/>
          <p:cNvSpPr txBox="1">
            <a:spLocks noGrp="1"/>
          </p:cNvSpPr>
          <p:nvPr>
            <p:ph type="subTitle" idx="2"/>
          </p:nvPr>
        </p:nvSpPr>
        <p:spPr>
          <a:xfrm>
            <a:off x="4398464" y="1841263"/>
            <a:ext cx="33222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9" name="Google Shape;99;p19"/>
          <p:cNvSpPr txBox="1">
            <a:spLocks noGrp="1"/>
          </p:cNvSpPr>
          <p:nvPr>
            <p:ph type="subTitle" idx="3"/>
          </p:nvPr>
        </p:nvSpPr>
        <p:spPr>
          <a:xfrm>
            <a:off x="713236" y="3457887"/>
            <a:ext cx="33222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0" name="Google Shape;100;p19"/>
          <p:cNvSpPr txBox="1">
            <a:spLocks noGrp="1"/>
          </p:cNvSpPr>
          <p:nvPr>
            <p:ph type="subTitle" idx="4"/>
          </p:nvPr>
        </p:nvSpPr>
        <p:spPr>
          <a:xfrm>
            <a:off x="4398464" y="3457887"/>
            <a:ext cx="3322200" cy="92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1" name="Google Shape;101;p19"/>
          <p:cNvSpPr txBox="1">
            <a:spLocks noGrp="1"/>
          </p:cNvSpPr>
          <p:nvPr>
            <p:ph type="subTitle" idx="5"/>
          </p:nvPr>
        </p:nvSpPr>
        <p:spPr>
          <a:xfrm>
            <a:off x="713236" y="1240363"/>
            <a:ext cx="3322200" cy="6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algn="ctr" rtl="0">
              <a:lnSpc>
                <a:spcPct val="100000"/>
              </a:lnSpc>
              <a:spcBef>
                <a:spcPts val="0"/>
              </a:spcBef>
              <a:spcAft>
                <a:spcPts val="0"/>
              </a:spcAft>
              <a:buSzPts val="2400"/>
              <a:buFont typeface="Inter"/>
              <a:buNone/>
              <a:defRPr sz="2400" b="1">
                <a:latin typeface="Inter"/>
                <a:ea typeface="Inter"/>
                <a:cs typeface="Inter"/>
                <a:sym typeface="Inter"/>
              </a:defRPr>
            </a:lvl2pPr>
            <a:lvl3pPr lvl="2" algn="ctr" rtl="0">
              <a:lnSpc>
                <a:spcPct val="100000"/>
              </a:lnSpc>
              <a:spcBef>
                <a:spcPts val="0"/>
              </a:spcBef>
              <a:spcAft>
                <a:spcPts val="0"/>
              </a:spcAft>
              <a:buSzPts val="2400"/>
              <a:buFont typeface="Inter"/>
              <a:buNone/>
              <a:defRPr sz="2400" b="1">
                <a:latin typeface="Inter"/>
                <a:ea typeface="Inter"/>
                <a:cs typeface="Inter"/>
                <a:sym typeface="Inter"/>
              </a:defRPr>
            </a:lvl3pPr>
            <a:lvl4pPr lvl="3" algn="ctr" rtl="0">
              <a:lnSpc>
                <a:spcPct val="100000"/>
              </a:lnSpc>
              <a:spcBef>
                <a:spcPts val="0"/>
              </a:spcBef>
              <a:spcAft>
                <a:spcPts val="0"/>
              </a:spcAft>
              <a:buSzPts val="2400"/>
              <a:buFont typeface="Inter"/>
              <a:buNone/>
              <a:defRPr sz="2400" b="1">
                <a:latin typeface="Inter"/>
                <a:ea typeface="Inter"/>
                <a:cs typeface="Inter"/>
                <a:sym typeface="Inter"/>
              </a:defRPr>
            </a:lvl4pPr>
            <a:lvl5pPr lvl="4" algn="ctr" rtl="0">
              <a:lnSpc>
                <a:spcPct val="100000"/>
              </a:lnSpc>
              <a:spcBef>
                <a:spcPts val="0"/>
              </a:spcBef>
              <a:spcAft>
                <a:spcPts val="0"/>
              </a:spcAft>
              <a:buSzPts val="2400"/>
              <a:buFont typeface="Inter"/>
              <a:buNone/>
              <a:defRPr sz="2400" b="1">
                <a:latin typeface="Inter"/>
                <a:ea typeface="Inter"/>
                <a:cs typeface="Inter"/>
                <a:sym typeface="Inter"/>
              </a:defRPr>
            </a:lvl5pPr>
            <a:lvl6pPr lvl="5" algn="ctr" rtl="0">
              <a:lnSpc>
                <a:spcPct val="100000"/>
              </a:lnSpc>
              <a:spcBef>
                <a:spcPts val="0"/>
              </a:spcBef>
              <a:spcAft>
                <a:spcPts val="0"/>
              </a:spcAft>
              <a:buSzPts val="2400"/>
              <a:buFont typeface="Inter"/>
              <a:buNone/>
              <a:defRPr sz="2400" b="1">
                <a:latin typeface="Inter"/>
                <a:ea typeface="Inter"/>
                <a:cs typeface="Inter"/>
                <a:sym typeface="Inter"/>
              </a:defRPr>
            </a:lvl6pPr>
            <a:lvl7pPr lvl="6" algn="ctr" rtl="0">
              <a:lnSpc>
                <a:spcPct val="100000"/>
              </a:lnSpc>
              <a:spcBef>
                <a:spcPts val="0"/>
              </a:spcBef>
              <a:spcAft>
                <a:spcPts val="0"/>
              </a:spcAft>
              <a:buSzPts val="2400"/>
              <a:buFont typeface="Inter"/>
              <a:buNone/>
              <a:defRPr sz="2400" b="1">
                <a:latin typeface="Inter"/>
                <a:ea typeface="Inter"/>
                <a:cs typeface="Inter"/>
                <a:sym typeface="Inter"/>
              </a:defRPr>
            </a:lvl7pPr>
            <a:lvl8pPr lvl="7" algn="ctr" rtl="0">
              <a:lnSpc>
                <a:spcPct val="100000"/>
              </a:lnSpc>
              <a:spcBef>
                <a:spcPts val="0"/>
              </a:spcBef>
              <a:spcAft>
                <a:spcPts val="0"/>
              </a:spcAft>
              <a:buSzPts val="2400"/>
              <a:buFont typeface="Inter"/>
              <a:buNone/>
              <a:defRPr sz="2400" b="1">
                <a:latin typeface="Inter"/>
                <a:ea typeface="Inter"/>
                <a:cs typeface="Inter"/>
                <a:sym typeface="Inter"/>
              </a:defRPr>
            </a:lvl8pPr>
            <a:lvl9pPr lvl="8" algn="ctr"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102" name="Google Shape;102;p19"/>
          <p:cNvSpPr txBox="1">
            <a:spLocks noGrp="1"/>
          </p:cNvSpPr>
          <p:nvPr>
            <p:ph type="subTitle" idx="6"/>
          </p:nvPr>
        </p:nvSpPr>
        <p:spPr>
          <a:xfrm>
            <a:off x="713236" y="2857000"/>
            <a:ext cx="3322200" cy="6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algn="ctr" rtl="0">
              <a:lnSpc>
                <a:spcPct val="100000"/>
              </a:lnSpc>
              <a:spcBef>
                <a:spcPts val="0"/>
              </a:spcBef>
              <a:spcAft>
                <a:spcPts val="0"/>
              </a:spcAft>
              <a:buSzPts val="2400"/>
              <a:buFont typeface="Inter"/>
              <a:buNone/>
              <a:defRPr sz="2400" b="1">
                <a:latin typeface="Inter"/>
                <a:ea typeface="Inter"/>
                <a:cs typeface="Inter"/>
                <a:sym typeface="Inter"/>
              </a:defRPr>
            </a:lvl2pPr>
            <a:lvl3pPr lvl="2" algn="ctr" rtl="0">
              <a:lnSpc>
                <a:spcPct val="100000"/>
              </a:lnSpc>
              <a:spcBef>
                <a:spcPts val="0"/>
              </a:spcBef>
              <a:spcAft>
                <a:spcPts val="0"/>
              </a:spcAft>
              <a:buSzPts val="2400"/>
              <a:buFont typeface="Inter"/>
              <a:buNone/>
              <a:defRPr sz="2400" b="1">
                <a:latin typeface="Inter"/>
                <a:ea typeface="Inter"/>
                <a:cs typeface="Inter"/>
                <a:sym typeface="Inter"/>
              </a:defRPr>
            </a:lvl3pPr>
            <a:lvl4pPr lvl="3" algn="ctr" rtl="0">
              <a:lnSpc>
                <a:spcPct val="100000"/>
              </a:lnSpc>
              <a:spcBef>
                <a:spcPts val="0"/>
              </a:spcBef>
              <a:spcAft>
                <a:spcPts val="0"/>
              </a:spcAft>
              <a:buSzPts val="2400"/>
              <a:buFont typeface="Inter"/>
              <a:buNone/>
              <a:defRPr sz="2400" b="1">
                <a:latin typeface="Inter"/>
                <a:ea typeface="Inter"/>
                <a:cs typeface="Inter"/>
                <a:sym typeface="Inter"/>
              </a:defRPr>
            </a:lvl4pPr>
            <a:lvl5pPr lvl="4" algn="ctr" rtl="0">
              <a:lnSpc>
                <a:spcPct val="100000"/>
              </a:lnSpc>
              <a:spcBef>
                <a:spcPts val="0"/>
              </a:spcBef>
              <a:spcAft>
                <a:spcPts val="0"/>
              </a:spcAft>
              <a:buSzPts val="2400"/>
              <a:buFont typeface="Inter"/>
              <a:buNone/>
              <a:defRPr sz="2400" b="1">
                <a:latin typeface="Inter"/>
                <a:ea typeface="Inter"/>
                <a:cs typeface="Inter"/>
                <a:sym typeface="Inter"/>
              </a:defRPr>
            </a:lvl5pPr>
            <a:lvl6pPr lvl="5" algn="ctr" rtl="0">
              <a:lnSpc>
                <a:spcPct val="100000"/>
              </a:lnSpc>
              <a:spcBef>
                <a:spcPts val="0"/>
              </a:spcBef>
              <a:spcAft>
                <a:spcPts val="0"/>
              </a:spcAft>
              <a:buSzPts val="2400"/>
              <a:buFont typeface="Inter"/>
              <a:buNone/>
              <a:defRPr sz="2400" b="1">
                <a:latin typeface="Inter"/>
                <a:ea typeface="Inter"/>
                <a:cs typeface="Inter"/>
                <a:sym typeface="Inter"/>
              </a:defRPr>
            </a:lvl6pPr>
            <a:lvl7pPr lvl="6" algn="ctr" rtl="0">
              <a:lnSpc>
                <a:spcPct val="100000"/>
              </a:lnSpc>
              <a:spcBef>
                <a:spcPts val="0"/>
              </a:spcBef>
              <a:spcAft>
                <a:spcPts val="0"/>
              </a:spcAft>
              <a:buSzPts val="2400"/>
              <a:buFont typeface="Inter"/>
              <a:buNone/>
              <a:defRPr sz="2400" b="1">
                <a:latin typeface="Inter"/>
                <a:ea typeface="Inter"/>
                <a:cs typeface="Inter"/>
                <a:sym typeface="Inter"/>
              </a:defRPr>
            </a:lvl7pPr>
            <a:lvl8pPr lvl="7" algn="ctr" rtl="0">
              <a:lnSpc>
                <a:spcPct val="100000"/>
              </a:lnSpc>
              <a:spcBef>
                <a:spcPts val="0"/>
              </a:spcBef>
              <a:spcAft>
                <a:spcPts val="0"/>
              </a:spcAft>
              <a:buSzPts val="2400"/>
              <a:buFont typeface="Inter"/>
              <a:buNone/>
              <a:defRPr sz="2400" b="1">
                <a:latin typeface="Inter"/>
                <a:ea typeface="Inter"/>
                <a:cs typeface="Inter"/>
                <a:sym typeface="Inter"/>
              </a:defRPr>
            </a:lvl8pPr>
            <a:lvl9pPr lvl="8" algn="ctr"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103" name="Google Shape;103;p19"/>
          <p:cNvSpPr txBox="1">
            <a:spLocks noGrp="1"/>
          </p:cNvSpPr>
          <p:nvPr>
            <p:ph type="subTitle" idx="7"/>
          </p:nvPr>
        </p:nvSpPr>
        <p:spPr>
          <a:xfrm>
            <a:off x="4398441" y="1240363"/>
            <a:ext cx="3322200" cy="6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algn="ctr" rtl="0">
              <a:lnSpc>
                <a:spcPct val="100000"/>
              </a:lnSpc>
              <a:spcBef>
                <a:spcPts val="0"/>
              </a:spcBef>
              <a:spcAft>
                <a:spcPts val="0"/>
              </a:spcAft>
              <a:buSzPts val="2400"/>
              <a:buFont typeface="Inter"/>
              <a:buNone/>
              <a:defRPr sz="2400" b="1">
                <a:latin typeface="Inter"/>
                <a:ea typeface="Inter"/>
                <a:cs typeface="Inter"/>
                <a:sym typeface="Inter"/>
              </a:defRPr>
            </a:lvl2pPr>
            <a:lvl3pPr lvl="2" algn="ctr" rtl="0">
              <a:lnSpc>
                <a:spcPct val="100000"/>
              </a:lnSpc>
              <a:spcBef>
                <a:spcPts val="0"/>
              </a:spcBef>
              <a:spcAft>
                <a:spcPts val="0"/>
              </a:spcAft>
              <a:buSzPts val="2400"/>
              <a:buFont typeface="Inter"/>
              <a:buNone/>
              <a:defRPr sz="2400" b="1">
                <a:latin typeface="Inter"/>
                <a:ea typeface="Inter"/>
                <a:cs typeface="Inter"/>
                <a:sym typeface="Inter"/>
              </a:defRPr>
            </a:lvl3pPr>
            <a:lvl4pPr lvl="3" algn="ctr" rtl="0">
              <a:lnSpc>
                <a:spcPct val="100000"/>
              </a:lnSpc>
              <a:spcBef>
                <a:spcPts val="0"/>
              </a:spcBef>
              <a:spcAft>
                <a:spcPts val="0"/>
              </a:spcAft>
              <a:buSzPts val="2400"/>
              <a:buFont typeface="Inter"/>
              <a:buNone/>
              <a:defRPr sz="2400" b="1">
                <a:latin typeface="Inter"/>
                <a:ea typeface="Inter"/>
                <a:cs typeface="Inter"/>
                <a:sym typeface="Inter"/>
              </a:defRPr>
            </a:lvl4pPr>
            <a:lvl5pPr lvl="4" algn="ctr" rtl="0">
              <a:lnSpc>
                <a:spcPct val="100000"/>
              </a:lnSpc>
              <a:spcBef>
                <a:spcPts val="0"/>
              </a:spcBef>
              <a:spcAft>
                <a:spcPts val="0"/>
              </a:spcAft>
              <a:buSzPts val="2400"/>
              <a:buFont typeface="Inter"/>
              <a:buNone/>
              <a:defRPr sz="2400" b="1">
                <a:latin typeface="Inter"/>
                <a:ea typeface="Inter"/>
                <a:cs typeface="Inter"/>
                <a:sym typeface="Inter"/>
              </a:defRPr>
            </a:lvl5pPr>
            <a:lvl6pPr lvl="5" algn="ctr" rtl="0">
              <a:lnSpc>
                <a:spcPct val="100000"/>
              </a:lnSpc>
              <a:spcBef>
                <a:spcPts val="0"/>
              </a:spcBef>
              <a:spcAft>
                <a:spcPts val="0"/>
              </a:spcAft>
              <a:buSzPts val="2400"/>
              <a:buFont typeface="Inter"/>
              <a:buNone/>
              <a:defRPr sz="2400" b="1">
                <a:latin typeface="Inter"/>
                <a:ea typeface="Inter"/>
                <a:cs typeface="Inter"/>
                <a:sym typeface="Inter"/>
              </a:defRPr>
            </a:lvl6pPr>
            <a:lvl7pPr lvl="6" algn="ctr" rtl="0">
              <a:lnSpc>
                <a:spcPct val="100000"/>
              </a:lnSpc>
              <a:spcBef>
                <a:spcPts val="0"/>
              </a:spcBef>
              <a:spcAft>
                <a:spcPts val="0"/>
              </a:spcAft>
              <a:buSzPts val="2400"/>
              <a:buFont typeface="Inter"/>
              <a:buNone/>
              <a:defRPr sz="2400" b="1">
                <a:latin typeface="Inter"/>
                <a:ea typeface="Inter"/>
                <a:cs typeface="Inter"/>
                <a:sym typeface="Inter"/>
              </a:defRPr>
            </a:lvl7pPr>
            <a:lvl8pPr lvl="7" algn="ctr" rtl="0">
              <a:lnSpc>
                <a:spcPct val="100000"/>
              </a:lnSpc>
              <a:spcBef>
                <a:spcPts val="0"/>
              </a:spcBef>
              <a:spcAft>
                <a:spcPts val="0"/>
              </a:spcAft>
              <a:buSzPts val="2400"/>
              <a:buFont typeface="Inter"/>
              <a:buNone/>
              <a:defRPr sz="2400" b="1">
                <a:latin typeface="Inter"/>
                <a:ea typeface="Inter"/>
                <a:cs typeface="Inter"/>
                <a:sym typeface="Inter"/>
              </a:defRPr>
            </a:lvl8pPr>
            <a:lvl9pPr lvl="8" algn="ctr"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
        <p:nvSpPr>
          <p:cNvPr id="104" name="Google Shape;104;p19"/>
          <p:cNvSpPr txBox="1">
            <a:spLocks noGrp="1"/>
          </p:cNvSpPr>
          <p:nvPr>
            <p:ph type="subTitle" idx="8"/>
          </p:nvPr>
        </p:nvSpPr>
        <p:spPr>
          <a:xfrm>
            <a:off x="4398441" y="2857000"/>
            <a:ext cx="3322200" cy="6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Inter"/>
              <a:buNone/>
              <a:defRPr sz="1600">
                <a:solidFill>
                  <a:schemeClr val="dk1"/>
                </a:solidFill>
                <a:latin typeface="Inter Medium"/>
                <a:ea typeface="Inter Medium"/>
                <a:cs typeface="Inter Medium"/>
                <a:sym typeface="Inter Medium"/>
              </a:defRPr>
            </a:lvl1pPr>
            <a:lvl2pPr lvl="1" algn="ctr" rtl="0">
              <a:lnSpc>
                <a:spcPct val="100000"/>
              </a:lnSpc>
              <a:spcBef>
                <a:spcPts val="0"/>
              </a:spcBef>
              <a:spcAft>
                <a:spcPts val="0"/>
              </a:spcAft>
              <a:buSzPts val="2400"/>
              <a:buFont typeface="Inter"/>
              <a:buNone/>
              <a:defRPr sz="2400" b="1">
                <a:latin typeface="Inter"/>
                <a:ea typeface="Inter"/>
                <a:cs typeface="Inter"/>
                <a:sym typeface="Inter"/>
              </a:defRPr>
            </a:lvl2pPr>
            <a:lvl3pPr lvl="2" algn="ctr" rtl="0">
              <a:lnSpc>
                <a:spcPct val="100000"/>
              </a:lnSpc>
              <a:spcBef>
                <a:spcPts val="0"/>
              </a:spcBef>
              <a:spcAft>
                <a:spcPts val="0"/>
              </a:spcAft>
              <a:buSzPts val="2400"/>
              <a:buFont typeface="Inter"/>
              <a:buNone/>
              <a:defRPr sz="2400" b="1">
                <a:latin typeface="Inter"/>
                <a:ea typeface="Inter"/>
                <a:cs typeface="Inter"/>
                <a:sym typeface="Inter"/>
              </a:defRPr>
            </a:lvl3pPr>
            <a:lvl4pPr lvl="3" algn="ctr" rtl="0">
              <a:lnSpc>
                <a:spcPct val="100000"/>
              </a:lnSpc>
              <a:spcBef>
                <a:spcPts val="0"/>
              </a:spcBef>
              <a:spcAft>
                <a:spcPts val="0"/>
              </a:spcAft>
              <a:buSzPts val="2400"/>
              <a:buFont typeface="Inter"/>
              <a:buNone/>
              <a:defRPr sz="2400" b="1">
                <a:latin typeface="Inter"/>
                <a:ea typeface="Inter"/>
                <a:cs typeface="Inter"/>
                <a:sym typeface="Inter"/>
              </a:defRPr>
            </a:lvl4pPr>
            <a:lvl5pPr lvl="4" algn="ctr" rtl="0">
              <a:lnSpc>
                <a:spcPct val="100000"/>
              </a:lnSpc>
              <a:spcBef>
                <a:spcPts val="0"/>
              </a:spcBef>
              <a:spcAft>
                <a:spcPts val="0"/>
              </a:spcAft>
              <a:buSzPts val="2400"/>
              <a:buFont typeface="Inter"/>
              <a:buNone/>
              <a:defRPr sz="2400" b="1">
                <a:latin typeface="Inter"/>
                <a:ea typeface="Inter"/>
                <a:cs typeface="Inter"/>
                <a:sym typeface="Inter"/>
              </a:defRPr>
            </a:lvl5pPr>
            <a:lvl6pPr lvl="5" algn="ctr" rtl="0">
              <a:lnSpc>
                <a:spcPct val="100000"/>
              </a:lnSpc>
              <a:spcBef>
                <a:spcPts val="0"/>
              </a:spcBef>
              <a:spcAft>
                <a:spcPts val="0"/>
              </a:spcAft>
              <a:buSzPts val="2400"/>
              <a:buFont typeface="Inter"/>
              <a:buNone/>
              <a:defRPr sz="2400" b="1">
                <a:latin typeface="Inter"/>
                <a:ea typeface="Inter"/>
                <a:cs typeface="Inter"/>
                <a:sym typeface="Inter"/>
              </a:defRPr>
            </a:lvl6pPr>
            <a:lvl7pPr lvl="6" algn="ctr" rtl="0">
              <a:lnSpc>
                <a:spcPct val="100000"/>
              </a:lnSpc>
              <a:spcBef>
                <a:spcPts val="0"/>
              </a:spcBef>
              <a:spcAft>
                <a:spcPts val="0"/>
              </a:spcAft>
              <a:buSzPts val="2400"/>
              <a:buFont typeface="Inter"/>
              <a:buNone/>
              <a:defRPr sz="2400" b="1">
                <a:latin typeface="Inter"/>
                <a:ea typeface="Inter"/>
                <a:cs typeface="Inter"/>
                <a:sym typeface="Inter"/>
              </a:defRPr>
            </a:lvl7pPr>
            <a:lvl8pPr lvl="7" algn="ctr" rtl="0">
              <a:lnSpc>
                <a:spcPct val="100000"/>
              </a:lnSpc>
              <a:spcBef>
                <a:spcPts val="0"/>
              </a:spcBef>
              <a:spcAft>
                <a:spcPts val="0"/>
              </a:spcAft>
              <a:buSzPts val="2400"/>
              <a:buFont typeface="Inter"/>
              <a:buNone/>
              <a:defRPr sz="2400" b="1">
                <a:latin typeface="Inter"/>
                <a:ea typeface="Inter"/>
                <a:cs typeface="Inter"/>
                <a:sym typeface="Inter"/>
              </a:defRPr>
            </a:lvl8pPr>
            <a:lvl9pPr lvl="8" algn="ctr" rtl="0">
              <a:lnSpc>
                <a:spcPct val="100000"/>
              </a:lnSpc>
              <a:spcBef>
                <a:spcPts val="0"/>
              </a:spcBef>
              <a:spcAft>
                <a:spcPts val="0"/>
              </a:spcAft>
              <a:buSzPts val="2400"/>
              <a:buFont typeface="Inter"/>
              <a:buNone/>
              <a:defRPr sz="2400" b="1">
                <a:latin typeface="Inter"/>
                <a:ea typeface="Inter"/>
                <a:cs typeface="Inter"/>
                <a:sym typeface="Inte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13"/>
        <p:cNvGrpSpPr/>
        <p:nvPr/>
      </p:nvGrpSpPr>
      <p:grpSpPr>
        <a:xfrm>
          <a:off x="0" y="0"/>
          <a:ext cx="0" cy="0"/>
          <a:chOff x="0" y="0"/>
          <a:chExt cx="0" cy="0"/>
        </a:xfrm>
      </p:grpSpPr>
      <p:sp>
        <p:nvSpPr>
          <p:cNvPr id="114" name="Google Shape;114;p21"/>
          <p:cNvSpPr/>
          <p:nvPr/>
        </p:nvSpPr>
        <p:spPr>
          <a:xfrm rot="10800000" flipH="1">
            <a:off x="117900" y="119100"/>
            <a:ext cx="8908200" cy="4731900"/>
          </a:xfrm>
          <a:prstGeom prst="roundRect">
            <a:avLst>
              <a:gd name="adj" fmla="val 1779"/>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15" name="Google Shape;115;p21"/>
          <p:cNvSpPr txBox="1">
            <a:spLocks noGrp="1"/>
          </p:cNvSpPr>
          <p:nvPr>
            <p:ph type="title"/>
          </p:nvPr>
        </p:nvSpPr>
        <p:spPr>
          <a:xfrm>
            <a:off x="713225" y="539506"/>
            <a:ext cx="4448100" cy="9543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5000">
                <a:solidFill>
                  <a:schemeClr val="lt1"/>
                </a:solidFill>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116" name="Google Shape;116;p21"/>
          <p:cNvSpPr txBox="1">
            <a:spLocks noGrp="1"/>
          </p:cNvSpPr>
          <p:nvPr>
            <p:ph type="subTitle" idx="1"/>
          </p:nvPr>
        </p:nvSpPr>
        <p:spPr>
          <a:xfrm>
            <a:off x="713225" y="1423672"/>
            <a:ext cx="4448100" cy="104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7" name="Google Shape;117;p21"/>
          <p:cNvSpPr txBox="1"/>
          <p:nvPr/>
        </p:nvSpPr>
        <p:spPr>
          <a:xfrm>
            <a:off x="713225" y="3164478"/>
            <a:ext cx="3099000" cy="6465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lt1"/>
                </a:solidFill>
                <a:latin typeface="Roboto"/>
                <a:ea typeface="Roboto"/>
                <a:cs typeface="Roboto"/>
                <a:sym typeface="Roboto"/>
              </a:rPr>
              <a:t>CREDITS:</a:t>
            </a:r>
            <a:r>
              <a:rPr lang="en" sz="1000">
                <a:solidFill>
                  <a:schemeClr val="lt1"/>
                </a:solidFill>
                <a:latin typeface="Roboto"/>
                <a:ea typeface="Roboto"/>
                <a:cs typeface="Roboto"/>
                <a:sym typeface="Roboto"/>
              </a:rPr>
              <a:t> This presentation template was created by </a:t>
            </a:r>
            <a:r>
              <a:rPr lang="en" sz="1000" b="1" u="sng">
                <a:solidFill>
                  <a:schemeClr val="lt1"/>
                </a:solid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sz="1000">
                <a:solidFill>
                  <a:schemeClr val="lt1"/>
                </a:solidFill>
                <a:latin typeface="Roboto"/>
                <a:ea typeface="Roboto"/>
                <a:cs typeface="Roboto"/>
                <a:sym typeface="Roboto"/>
              </a:rPr>
              <a:t>, and includes icons, infographics &amp; images by </a:t>
            </a:r>
            <a:r>
              <a:rPr lang="en" sz="1000" b="1" u="sng">
                <a:solidFill>
                  <a:schemeClr val="lt1"/>
                </a:solidFill>
                <a:latin typeface="Roboto"/>
                <a:ea typeface="Roboto"/>
                <a:cs typeface="Roboto"/>
                <a:sym typeface="Roboto"/>
                <a:hlinkClick r:id="rId3">
                  <a:extLst>
                    <a:ext uri="{A12FA001-AC4F-418D-AE19-62706E023703}">
                      <ahyp:hlinkClr xmlns:ahyp="http://schemas.microsoft.com/office/drawing/2018/hyperlinkcolor" val="tx"/>
                    </a:ext>
                  </a:extLst>
                </a:hlinkClick>
              </a:rPr>
              <a:t>Freepik</a:t>
            </a:r>
            <a:r>
              <a:rPr lang="en" sz="1000" u="sng">
                <a:solidFill>
                  <a:schemeClr val="lt1"/>
                </a:solidFill>
                <a:latin typeface="Roboto"/>
                <a:ea typeface="Roboto"/>
                <a:cs typeface="Roboto"/>
                <a:sym typeface="Roboto"/>
              </a:rPr>
              <a:t> </a:t>
            </a:r>
            <a:endParaRPr sz="1000" b="1" u="sng">
              <a:solidFill>
                <a:schemeClr val="lt1"/>
              </a:solidFill>
              <a:latin typeface="Roboto"/>
              <a:ea typeface="Roboto"/>
              <a:cs typeface="Roboto"/>
              <a:sym typeface="Robot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18"/>
        <p:cNvGrpSpPr/>
        <p:nvPr/>
      </p:nvGrpSpPr>
      <p:grpSpPr>
        <a:xfrm>
          <a:off x="0" y="0"/>
          <a:ext cx="0" cy="0"/>
          <a:chOff x="0" y="0"/>
          <a:chExt cx="0" cy="0"/>
        </a:xfrm>
      </p:grpSpPr>
      <p:sp>
        <p:nvSpPr>
          <p:cNvPr id="119" name="Google Shape;119;p22"/>
          <p:cNvSpPr/>
          <p:nvPr/>
        </p:nvSpPr>
        <p:spPr>
          <a:xfrm rot="10800000" flipH="1">
            <a:off x="117900" y="119100"/>
            <a:ext cx="8908200" cy="4731900"/>
          </a:xfrm>
          <a:prstGeom prst="roundRect">
            <a:avLst>
              <a:gd name="adj" fmla="val 1779"/>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1"/>
        </a:solidFill>
        <a:effectLst/>
      </p:bgPr>
    </p:bg>
    <p:spTree>
      <p:nvGrpSpPr>
        <p:cNvPr id="1" name="Shape 120"/>
        <p:cNvGrpSpPr/>
        <p:nvPr/>
      </p:nvGrpSpPr>
      <p:grpSpPr>
        <a:xfrm>
          <a:off x="0" y="0"/>
          <a:ext cx="0" cy="0"/>
          <a:chOff x="0" y="0"/>
          <a:chExt cx="0" cy="0"/>
        </a:xfrm>
      </p:grpSpPr>
      <p:sp>
        <p:nvSpPr>
          <p:cNvPr id="121" name="Google Shape;121;p23"/>
          <p:cNvSpPr/>
          <p:nvPr/>
        </p:nvSpPr>
        <p:spPr>
          <a:xfrm rot="10800000" flipH="1">
            <a:off x="117900" y="119100"/>
            <a:ext cx="8908200" cy="4731900"/>
          </a:xfrm>
          <a:prstGeom prst="roundRect">
            <a:avLst>
              <a:gd name="adj" fmla="val 1779"/>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Inter Medium"/>
              <a:buNone/>
              <a:defRPr sz="2600">
                <a:solidFill>
                  <a:schemeClr val="dk1"/>
                </a:solidFill>
                <a:latin typeface="Inter Medium"/>
                <a:ea typeface="Inter Medium"/>
                <a:cs typeface="Inter Medium"/>
                <a:sym typeface="Inter Medium"/>
              </a:defRPr>
            </a:lvl1pPr>
            <a:lvl2pPr lvl="1" rtl="0">
              <a:spcBef>
                <a:spcPts val="0"/>
              </a:spcBef>
              <a:spcAft>
                <a:spcPts val="0"/>
              </a:spcAft>
              <a:buClr>
                <a:schemeClr val="dk1"/>
              </a:buClr>
              <a:buSzPts val="2600"/>
              <a:buFont typeface="Inter Medium"/>
              <a:buNone/>
              <a:defRPr sz="2600">
                <a:solidFill>
                  <a:schemeClr val="dk1"/>
                </a:solidFill>
                <a:latin typeface="Inter Medium"/>
                <a:ea typeface="Inter Medium"/>
                <a:cs typeface="Inter Medium"/>
                <a:sym typeface="Inter Medium"/>
              </a:defRPr>
            </a:lvl2pPr>
            <a:lvl3pPr lvl="2" rtl="0">
              <a:spcBef>
                <a:spcPts val="0"/>
              </a:spcBef>
              <a:spcAft>
                <a:spcPts val="0"/>
              </a:spcAft>
              <a:buClr>
                <a:schemeClr val="dk1"/>
              </a:buClr>
              <a:buSzPts val="2600"/>
              <a:buFont typeface="Inter Medium"/>
              <a:buNone/>
              <a:defRPr sz="2600">
                <a:solidFill>
                  <a:schemeClr val="dk1"/>
                </a:solidFill>
                <a:latin typeface="Inter Medium"/>
                <a:ea typeface="Inter Medium"/>
                <a:cs typeface="Inter Medium"/>
                <a:sym typeface="Inter Medium"/>
              </a:defRPr>
            </a:lvl3pPr>
            <a:lvl4pPr lvl="3" rtl="0">
              <a:spcBef>
                <a:spcPts val="0"/>
              </a:spcBef>
              <a:spcAft>
                <a:spcPts val="0"/>
              </a:spcAft>
              <a:buClr>
                <a:schemeClr val="dk1"/>
              </a:buClr>
              <a:buSzPts val="2600"/>
              <a:buFont typeface="Inter Medium"/>
              <a:buNone/>
              <a:defRPr sz="2600">
                <a:solidFill>
                  <a:schemeClr val="dk1"/>
                </a:solidFill>
                <a:latin typeface="Inter Medium"/>
                <a:ea typeface="Inter Medium"/>
                <a:cs typeface="Inter Medium"/>
                <a:sym typeface="Inter Medium"/>
              </a:defRPr>
            </a:lvl4pPr>
            <a:lvl5pPr lvl="4" rtl="0">
              <a:spcBef>
                <a:spcPts val="0"/>
              </a:spcBef>
              <a:spcAft>
                <a:spcPts val="0"/>
              </a:spcAft>
              <a:buClr>
                <a:schemeClr val="dk1"/>
              </a:buClr>
              <a:buSzPts val="2600"/>
              <a:buFont typeface="Inter Medium"/>
              <a:buNone/>
              <a:defRPr sz="2600">
                <a:solidFill>
                  <a:schemeClr val="dk1"/>
                </a:solidFill>
                <a:latin typeface="Inter Medium"/>
                <a:ea typeface="Inter Medium"/>
                <a:cs typeface="Inter Medium"/>
                <a:sym typeface="Inter Medium"/>
              </a:defRPr>
            </a:lvl5pPr>
            <a:lvl6pPr lvl="5" rtl="0">
              <a:spcBef>
                <a:spcPts val="0"/>
              </a:spcBef>
              <a:spcAft>
                <a:spcPts val="0"/>
              </a:spcAft>
              <a:buClr>
                <a:schemeClr val="dk1"/>
              </a:buClr>
              <a:buSzPts val="2600"/>
              <a:buFont typeface="Inter Medium"/>
              <a:buNone/>
              <a:defRPr sz="2600">
                <a:solidFill>
                  <a:schemeClr val="dk1"/>
                </a:solidFill>
                <a:latin typeface="Inter Medium"/>
                <a:ea typeface="Inter Medium"/>
                <a:cs typeface="Inter Medium"/>
                <a:sym typeface="Inter Medium"/>
              </a:defRPr>
            </a:lvl6pPr>
            <a:lvl7pPr lvl="6" rtl="0">
              <a:spcBef>
                <a:spcPts val="0"/>
              </a:spcBef>
              <a:spcAft>
                <a:spcPts val="0"/>
              </a:spcAft>
              <a:buClr>
                <a:schemeClr val="dk1"/>
              </a:buClr>
              <a:buSzPts val="2600"/>
              <a:buFont typeface="Inter Medium"/>
              <a:buNone/>
              <a:defRPr sz="2600">
                <a:solidFill>
                  <a:schemeClr val="dk1"/>
                </a:solidFill>
                <a:latin typeface="Inter Medium"/>
                <a:ea typeface="Inter Medium"/>
                <a:cs typeface="Inter Medium"/>
                <a:sym typeface="Inter Medium"/>
              </a:defRPr>
            </a:lvl7pPr>
            <a:lvl8pPr lvl="7" rtl="0">
              <a:spcBef>
                <a:spcPts val="0"/>
              </a:spcBef>
              <a:spcAft>
                <a:spcPts val="0"/>
              </a:spcAft>
              <a:buClr>
                <a:schemeClr val="dk1"/>
              </a:buClr>
              <a:buSzPts val="2600"/>
              <a:buFont typeface="Inter Medium"/>
              <a:buNone/>
              <a:defRPr sz="2600">
                <a:solidFill>
                  <a:schemeClr val="dk1"/>
                </a:solidFill>
                <a:latin typeface="Inter Medium"/>
                <a:ea typeface="Inter Medium"/>
                <a:cs typeface="Inter Medium"/>
                <a:sym typeface="Inter Medium"/>
              </a:defRPr>
            </a:lvl8pPr>
            <a:lvl9pPr lvl="8" rtl="0">
              <a:spcBef>
                <a:spcPts val="0"/>
              </a:spcBef>
              <a:spcAft>
                <a:spcPts val="0"/>
              </a:spcAft>
              <a:buClr>
                <a:schemeClr val="dk1"/>
              </a:buClr>
              <a:buSzPts val="2600"/>
              <a:buFont typeface="Inter Medium"/>
              <a:buNone/>
              <a:defRPr sz="2600">
                <a:solidFill>
                  <a:schemeClr val="dk1"/>
                </a:solidFill>
                <a:latin typeface="Inter Medium"/>
                <a:ea typeface="Inter Medium"/>
                <a:cs typeface="Inter Medium"/>
                <a:sym typeface="Inter Medium"/>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marL="914400" lvl="1"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marL="1371600" lvl="2"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marL="1828800" lvl="3"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marL="2286000" lvl="4"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marL="2743200" lvl="5"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marL="3200400" lvl="6"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marL="3657600" lvl="7"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marL="4114800" lvl="8"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3" r:id="rId13"/>
    <p:sldLayoutId id="2147483664" r:id="rId14"/>
    <p:sldLayoutId id="2147483665" r:id="rId15"/>
    <p:sldLayoutId id="2147483667" r:id="rId16"/>
    <p:sldLayoutId id="2147483668" r:id="rId17"/>
    <p:sldLayoutId id="2147483669"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mailto:ahmadhammoudeh18@gmail.com" TargetMode="External"/><Relationship Id="rId2" Type="http://schemas.openxmlformats.org/officeDocument/2006/relationships/notesSlide" Target="../notesSlides/notesSlide18.xml"/><Relationship Id="rId1" Type="http://schemas.openxmlformats.org/officeDocument/2006/relationships/slideLayout" Target="../slideLayouts/slideLayout16.xml"/><Relationship Id="rId4" Type="http://schemas.openxmlformats.org/officeDocument/2006/relationships/hyperlink" Target="mailto:ahmadachaji88@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6"/>
        <p:cNvGrpSpPr/>
        <p:nvPr/>
      </p:nvGrpSpPr>
      <p:grpSpPr>
        <a:xfrm>
          <a:off x="0" y="0"/>
          <a:ext cx="0" cy="0"/>
          <a:chOff x="0" y="0"/>
          <a:chExt cx="0" cy="0"/>
        </a:xfrm>
      </p:grpSpPr>
      <p:sp>
        <p:nvSpPr>
          <p:cNvPr id="137" name="Google Shape;137;p28"/>
          <p:cNvSpPr txBox="1">
            <a:spLocks noGrp="1"/>
          </p:cNvSpPr>
          <p:nvPr>
            <p:ph type="ctrTitle"/>
          </p:nvPr>
        </p:nvSpPr>
        <p:spPr>
          <a:xfrm>
            <a:off x="713224" y="1066799"/>
            <a:ext cx="7857751" cy="232874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Machine Learning Project – Employee Promotion Prediction</a:t>
            </a:r>
            <a:endParaRPr dirty="0"/>
          </a:p>
        </p:txBody>
      </p:sp>
      <p:sp>
        <p:nvSpPr>
          <p:cNvPr id="138" name="Google Shape;138;p28"/>
          <p:cNvSpPr txBox="1">
            <a:spLocks noGrp="1"/>
          </p:cNvSpPr>
          <p:nvPr>
            <p:ph type="subTitle" idx="1"/>
          </p:nvPr>
        </p:nvSpPr>
        <p:spPr>
          <a:xfrm>
            <a:off x="713226" y="3395547"/>
            <a:ext cx="6350100" cy="43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Presented to Dr. Ghalia </a:t>
            </a:r>
            <a:r>
              <a:rPr lang="en-US" dirty="0" err="1"/>
              <a:t>Nassreddine</a:t>
            </a:r>
            <a:endParaRPr lang="en-US" dirty="0"/>
          </a:p>
        </p:txBody>
      </p:sp>
      <p:sp>
        <p:nvSpPr>
          <p:cNvPr id="139" name="Google Shape;139;p28"/>
          <p:cNvSpPr txBox="1"/>
          <p:nvPr/>
        </p:nvSpPr>
        <p:spPr>
          <a:xfrm>
            <a:off x="6169984" y="3907724"/>
            <a:ext cx="2586864" cy="431099"/>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200" dirty="0">
                <a:solidFill>
                  <a:schemeClr val="bg1"/>
                </a:solidFill>
                <a:latin typeface="Roboto"/>
                <a:ea typeface="Roboto"/>
                <a:cs typeface="Roboto"/>
                <a:sym typeface="Roboto"/>
              </a:rPr>
              <a:t>Ahmad Hammoudeh-20210482</a:t>
            </a:r>
          </a:p>
          <a:p>
            <a:pPr marL="0" lvl="0" indent="0" algn="r" rtl="0">
              <a:spcBef>
                <a:spcPts val="0"/>
              </a:spcBef>
              <a:spcAft>
                <a:spcPts val="0"/>
              </a:spcAft>
              <a:buNone/>
            </a:pPr>
            <a:r>
              <a:rPr lang="en" sz="1200" dirty="0">
                <a:solidFill>
                  <a:schemeClr val="bg1"/>
                </a:solidFill>
                <a:latin typeface="Roboto"/>
                <a:ea typeface="Roboto"/>
                <a:cs typeface="Roboto"/>
                <a:sym typeface="Roboto"/>
              </a:rPr>
              <a:t>Ahmad Achaji-20210313</a:t>
            </a:r>
            <a:endParaRPr sz="1200" dirty="0">
              <a:solidFill>
                <a:schemeClr val="bg1"/>
              </a:solidFill>
              <a:latin typeface="Roboto"/>
              <a:ea typeface="Roboto"/>
              <a:cs typeface="Roboto"/>
              <a:sym typeface="Roboto"/>
            </a:endParaRPr>
          </a:p>
        </p:txBody>
      </p:sp>
      <p:sp>
        <p:nvSpPr>
          <p:cNvPr id="140" name="Google Shape;140;p28"/>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dirty="0">
                <a:solidFill>
                  <a:schemeClr val="dk1"/>
                </a:solidFill>
                <a:latin typeface="Roboto"/>
                <a:ea typeface="Roboto"/>
                <a:cs typeface="Roboto"/>
                <a:sym typeface="Roboto"/>
              </a:rPr>
              <a:t>14/04/2025</a:t>
            </a:r>
            <a:endParaRPr sz="700" dirty="0">
              <a:solidFill>
                <a:schemeClr val="dk1"/>
              </a:solidFill>
              <a:latin typeface="Roboto"/>
              <a:ea typeface="Roboto"/>
              <a:cs typeface="Roboto"/>
              <a:sym typeface="Roboto"/>
            </a:endParaRPr>
          </a:p>
        </p:txBody>
      </p:sp>
      <p:sp>
        <p:nvSpPr>
          <p:cNvPr id="141" name="Google Shape;141;p28"/>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dirty="0">
                <a:solidFill>
                  <a:schemeClr val="dk1"/>
                </a:solidFill>
                <a:latin typeface="Roboto"/>
                <a:ea typeface="Roboto"/>
                <a:cs typeface="Roboto"/>
                <a:sym typeface="Roboto"/>
              </a:rPr>
              <a:t>Rafik Hariri University </a:t>
            </a:r>
            <a:endParaRPr sz="700" dirty="0">
              <a:solidFill>
                <a:schemeClr val="dk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57"/>
        <p:cNvGrpSpPr/>
        <p:nvPr/>
      </p:nvGrpSpPr>
      <p:grpSpPr>
        <a:xfrm>
          <a:off x="0" y="0"/>
          <a:ext cx="0" cy="0"/>
          <a:chOff x="0" y="0"/>
          <a:chExt cx="0" cy="0"/>
        </a:xfrm>
      </p:grpSpPr>
      <p:sp>
        <p:nvSpPr>
          <p:cNvPr id="158" name="Google Shape;158;p30"/>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Feature Name/Product</a:t>
            </a:r>
            <a:endParaRPr sz="700">
              <a:solidFill>
                <a:schemeClr val="lt1"/>
              </a:solidFill>
              <a:latin typeface="Roboto"/>
              <a:ea typeface="Roboto"/>
              <a:cs typeface="Roboto"/>
              <a:sym typeface="Roboto"/>
            </a:endParaRPr>
          </a:p>
        </p:txBody>
      </p:sp>
      <p:sp>
        <p:nvSpPr>
          <p:cNvPr id="159" name="Google Shape;159;p30"/>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DD/MM/YYYY</a:t>
            </a:r>
            <a:endParaRPr sz="700">
              <a:solidFill>
                <a:schemeClr val="lt1"/>
              </a:solidFill>
              <a:latin typeface="Roboto"/>
              <a:ea typeface="Roboto"/>
              <a:cs typeface="Roboto"/>
              <a:sym typeface="Roboto"/>
            </a:endParaRPr>
          </a:p>
        </p:txBody>
      </p:sp>
      <p:sp>
        <p:nvSpPr>
          <p:cNvPr id="160" name="Google Shape;160;p30"/>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lt1"/>
                </a:solidFill>
                <a:latin typeface="Roboto"/>
                <a:ea typeface="Roboto"/>
                <a:cs typeface="Roboto"/>
                <a:sym typeface="Roboto"/>
              </a:rPr>
              <a:t>Your Company Name</a:t>
            </a:r>
            <a:endParaRPr sz="700">
              <a:solidFill>
                <a:schemeClr val="lt1"/>
              </a:solidFill>
              <a:latin typeface="Roboto"/>
              <a:ea typeface="Roboto"/>
              <a:cs typeface="Roboto"/>
              <a:sym typeface="Roboto"/>
            </a:endParaRPr>
          </a:p>
        </p:txBody>
      </p:sp>
      <p:sp>
        <p:nvSpPr>
          <p:cNvPr id="161" name="Google Shape;161;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62" name="Google Shape;162;p30"/>
          <p:cNvSpPr txBox="1">
            <a:spLocks noGrp="1"/>
          </p:cNvSpPr>
          <p:nvPr>
            <p:ph type="title" idx="2"/>
          </p:nvPr>
        </p:nvSpPr>
        <p:spPr>
          <a:xfrm>
            <a:off x="713225" y="1400863"/>
            <a:ext cx="577800" cy="67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1.</a:t>
            </a:r>
            <a:endParaRPr/>
          </a:p>
        </p:txBody>
      </p:sp>
      <p:sp>
        <p:nvSpPr>
          <p:cNvPr id="163" name="Google Shape;163;p30"/>
          <p:cNvSpPr txBox="1">
            <a:spLocks noGrp="1"/>
          </p:cNvSpPr>
          <p:nvPr>
            <p:ph type="title" idx="3"/>
          </p:nvPr>
        </p:nvSpPr>
        <p:spPr>
          <a:xfrm>
            <a:off x="4223200" y="1400840"/>
            <a:ext cx="576000" cy="67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4.</a:t>
            </a:r>
            <a:endParaRPr/>
          </a:p>
        </p:txBody>
      </p:sp>
      <p:sp>
        <p:nvSpPr>
          <p:cNvPr id="164" name="Google Shape;164;p30"/>
          <p:cNvSpPr txBox="1">
            <a:spLocks noGrp="1"/>
          </p:cNvSpPr>
          <p:nvPr>
            <p:ph type="title" idx="4"/>
          </p:nvPr>
        </p:nvSpPr>
        <p:spPr>
          <a:xfrm>
            <a:off x="713225" y="2472438"/>
            <a:ext cx="577800" cy="67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2.</a:t>
            </a:r>
            <a:endParaRPr/>
          </a:p>
        </p:txBody>
      </p:sp>
      <p:sp>
        <p:nvSpPr>
          <p:cNvPr id="165" name="Google Shape;165;p30"/>
          <p:cNvSpPr txBox="1">
            <a:spLocks noGrp="1"/>
          </p:cNvSpPr>
          <p:nvPr>
            <p:ph type="title" idx="5"/>
          </p:nvPr>
        </p:nvSpPr>
        <p:spPr>
          <a:xfrm>
            <a:off x="4223200" y="2472414"/>
            <a:ext cx="576000" cy="67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5.</a:t>
            </a:r>
            <a:endParaRPr/>
          </a:p>
        </p:txBody>
      </p:sp>
      <p:sp>
        <p:nvSpPr>
          <p:cNvPr id="166" name="Google Shape;166;p30"/>
          <p:cNvSpPr txBox="1">
            <a:spLocks noGrp="1"/>
          </p:cNvSpPr>
          <p:nvPr>
            <p:ph type="title" idx="6"/>
          </p:nvPr>
        </p:nvSpPr>
        <p:spPr>
          <a:xfrm>
            <a:off x="713225" y="3544013"/>
            <a:ext cx="577800" cy="67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3.</a:t>
            </a:r>
            <a:endParaRPr/>
          </a:p>
        </p:txBody>
      </p:sp>
      <p:sp>
        <p:nvSpPr>
          <p:cNvPr id="168" name="Google Shape;168;p30"/>
          <p:cNvSpPr txBox="1">
            <a:spLocks noGrp="1"/>
          </p:cNvSpPr>
          <p:nvPr>
            <p:ph type="subTitle" idx="1"/>
          </p:nvPr>
        </p:nvSpPr>
        <p:spPr>
          <a:xfrm>
            <a:off x="1292489" y="1400867"/>
            <a:ext cx="2702100" cy="67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Dataset Overview</a:t>
            </a:r>
            <a:r>
              <a:rPr lang="en" dirty="0"/>
              <a:t> and introduction</a:t>
            </a:r>
            <a:endParaRPr dirty="0"/>
          </a:p>
        </p:txBody>
      </p:sp>
      <p:sp>
        <p:nvSpPr>
          <p:cNvPr id="169" name="Google Shape;169;p30"/>
          <p:cNvSpPr txBox="1">
            <a:spLocks noGrp="1"/>
          </p:cNvSpPr>
          <p:nvPr>
            <p:ph type="subTitle" idx="8"/>
          </p:nvPr>
        </p:nvSpPr>
        <p:spPr>
          <a:xfrm>
            <a:off x="1292489" y="2472433"/>
            <a:ext cx="2702100" cy="67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Preprocessing</a:t>
            </a:r>
            <a:endParaRPr dirty="0"/>
          </a:p>
        </p:txBody>
      </p:sp>
      <p:sp>
        <p:nvSpPr>
          <p:cNvPr id="170" name="Google Shape;170;p30"/>
          <p:cNvSpPr txBox="1">
            <a:spLocks noGrp="1"/>
          </p:cNvSpPr>
          <p:nvPr>
            <p:ph type="subTitle" idx="9"/>
          </p:nvPr>
        </p:nvSpPr>
        <p:spPr>
          <a:xfrm>
            <a:off x="1292489" y="3544000"/>
            <a:ext cx="2702100" cy="67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Feature Selection</a:t>
            </a:r>
            <a:endParaRPr dirty="0"/>
          </a:p>
        </p:txBody>
      </p:sp>
      <p:sp>
        <p:nvSpPr>
          <p:cNvPr id="171" name="Google Shape;171;p30"/>
          <p:cNvSpPr txBox="1">
            <a:spLocks noGrp="1"/>
          </p:cNvSpPr>
          <p:nvPr>
            <p:ph type="subTitle" idx="13"/>
          </p:nvPr>
        </p:nvSpPr>
        <p:spPr>
          <a:xfrm>
            <a:off x="4799202" y="1400867"/>
            <a:ext cx="2702100" cy="67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Models Used + insights </a:t>
            </a:r>
            <a:endParaRPr dirty="0"/>
          </a:p>
        </p:txBody>
      </p:sp>
      <p:sp>
        <p:nvSpPr>
          <p:cNvPr id="172" name="Google Shape;172;p30"/>
          <p:cNvSpPr txBox="1">
            <a:spLocks noGrp="1"/>
          </p:cNvSpPr>
          <p:nvPr>
            <p:ph type="subTitle" idx="14"/>
          </p:nvPr>
        </p:nvSpPr>
        <p:spPr>
          <a:xfrm>
            <a:off x="4799202" y="2472431"/>
            <a:ext cx="2702100" cy="677100"/>
          </a:xfrm>
          <a:prstGeom prst="rect">
            <a:avLst/>
          </a:prstGeom>
        </p:spPr>
        <p:txBody>
          <a:bodyPr spcFirstLastPara="1" wrap="square" lIns="91425" tIns="91425" rIns="91425" bIns="91425" anchor="t" anchorCtr="0">
            <a:noAutofit/>
          </a:bodyPr>
          <a:lstStyle/>
          <a:p>
            <a:pPr marL="0" indent="0"/>
            <a:r>
              <a:rPr lang="en-US" dirty="0"/>
              <a:t>Conclusion &amp; Insights</a:t>
            </a:r>
          </a:p>
          <a:p>
            <a:pPr marL="0" lvl="0" indent="0" algn="l" rtl="0">
              <a:spcBef>
                <a:spcPts val="0"/>
              </a:spcBef>
              <a:spcAft>
                <a:spcPts val="0"/>
              </a:spcAft>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7"/>
        <p:cNvGrpSpPr/>
        <p:nvPr/>
      </p:nvGrpSpPr>
      <p:grpSpPr>
        <a:xfrm>
          <a:off x="0" y="0"/>
          <a:ext cx="0" cy="0"/>
          <a:chOff x="0" y="0"/>
          <a:chExt cx="0" cy="0"/>
        </a:xfrm>
      </p:grpSpPr>
      <p:sp>
        <p:nvSpPr>
          <p:cNvPr id="188" name="Google Shape;188;p32"/>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Feature Name/Product</a:t>
            </a:r>
            <a:endParaRPr sz="700">
              <a:solidFill>
                <a:schemeClr val="dk1"/>
              </a:solidFill>
              <a:latin typeface="Roboto"/>
              <a:ea typeface="Roboto"/>
              <a:cs typeface="Roboto"/>
              <a:sym typeface="Roboto"/>
            </a:endParaRPr>
          </a:p>
        </p:txBody>
      </p:sp>
      <p:sp>
        <p:nvSpPr>
          <p:cNvPr id="189" name="Google Shape;189;p32"/>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DD/MM/YYYY</a:t>
            </a:r>
            <a:endParaRPr sz="700">
              <a:solidFill>
                <a:schemeClr val="dk1"/>
              </a:solidFill>
              <a:latin typeface="Roboto"/>
              <a:ea typeface="Roboto"/>
              <a:cs typeface="Roboto"/>
              <a:sym typeface="Roboto"/>
            </a:endParaRPr>
          </a:p>
        </p:txBody>
      </p:sp>
      <p:sp>
        <p:nvSpPr>
          <p:cNvPr id="190" name="Google Shape;190;p32"/>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dk1"/>
                </a:solidFill>
                <a:latin typeface="Roboto"/>
                <a:ea typeface="Roboto"/>
                <a:cs typeface="Roboto"/>
                <a:sym typeface="Roboto"/>
              </a:rPr>
              <a:t>Your Company Name</a:t>
            </a:r>
            <a:endParaRPr sz="700">
              <a:solidFill>
                <a:schemeClr val="dk1"/>
              </a:solidFill>
              <a:latin typeface="Roboto"/>
              <a:ea typeface="Roboto"/>
              <a:cs typeface="Roboto"/>
              <a:sym typeface="Roboto"/>
            </a:endParaRPr>
          </a:p>
        </p:txBody>
      </p:sp>
      <p:sp>
        <p:nvSpPr>
          <p:cNvPr id="191" name="Google Shape;191;p32"/>
          <p:cNvSpPr txBox="1">
            <a:spLocks noGrp="1"/>
          </p:cNvSpPr>
          <p:nvPr>
            <p:ph type="title"/>
          </p:nvPr>
        </p:nvSpPr>
        <p:spPr>
          <a:xfrm>
            <a:off x="722376" y="1861301"/>
            <a:ext cx="4131900" cy="156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Introduction and Dataset Overview </a:t>
            </a:r>
          </a:p>
        </p:txBody>
      </p:sp>
      <p:sp>
        <p:nvSpPr>
          <p:cNvPr id="192" name="Google Shape;192;p32"/>
          <p:cNvSpPr txBox="1">
            <a:spLocks noGrp="1"/>
          </p:cNvSpPr>
          <p:nvPr>
            <p:ph type="title" idx="2"/>
          </p:nvPr>
        </p:nvSpPr>
        <p:spPr>
          <a:xfrm>
            <a:off x="722376" y="984098"/>
            <a:ext cx="1235700" cy="87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06"/>
        <p:cNvGrpSpPr/>
        <p:nvPr/>
      </p:nvGrpSpPr>
      <p:grpSpPr>
        <a:xfrm>
          <a:off x="0" y="0"/>
          <a:ext cx="0" cy="0"/>
          <a:chOff x="0" y="0"/>
          <a:chExt cx="0" cy="0"/>
        </a:xfrm>
      </p:grpSpPr>
      <p:sp>
        <p:nvSpPr>
          <p:cNvPr id="207" name="Google Shape;207;p34"/>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Feature Name/Product</a:t>
            </a:r>
            <a:endParaRPr sz="700">
              <a:solidFill>
                <a:schemeClr val="lt1"/>
              </a:solidFill>
              <a:latin typeface="Roboto"/>
              <a:ea typeface="Roboto"/>
              <a:cs typeface="Roboto"/>
              <a:sym typeface="Roboto"/>
            </a:endParaRPr>
          </a:p>
        </p:txBody>
      </p:sp>
      <p:sp>
        <p:nvSpPr>
          <p:cNvPr id="208" name="Google Shape;208;p34"/>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DD/MM/YYYY</a:t>
            </a:r>
            <a:endParaRPr sz="700">
              <a:solidFill>
                <a:schemeClr val="lt1"/>
              </a:solidFill>
              <a:latin typeface="Roboto"/>
              <a:ea typeface="Roboto"/>
              <a:cs typeface="Roboto"/>
              <a:sym typeface="Roboto"/>
            </a:endParaRPr>
          </a:p>
        </p:txBody>
      </p:sp>
      <p:sp>
        <p:nvSpPr>
          <p:cNvPr id="209" name="Google Shape;209;p34"/>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lt1"/>
                </a:solidFill>
                <a:latin typeface="Roboto"/>
                <a:ea typeface="Roboto"/>
                <a:cs typeface="Roboto"/>
                <a:sym typeface="Roboto"/>
              </a:rPr>
              <a:t>Your Company Name</a:t>
            </a:r>
            <a:endParaRPr sz="700">
              <a:solidFill>
                <a:schemeClr val="lt1"/>
              </a:solidFill>
              <a:latin typeface="Roboto"/>
              <a:ea typeface="Roboto"/>
              <a:cs typeface="Roboto"/>
              <a:sym typeface="Roboto"/>
            </a:endParaRPr>
          </a:p>
        </p:txBody>
      </p:sp>
      <p:sp>
        <p:nvSpPr>
          <p:cNvPr id="211" name="Google Shape;211;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212" name="Google Shape;212;p34"/>
          <p:cNvSpPr txBox="1">
            <a:spLocks noGrp="1"/>
          </p:cNvSpPr>
          <p:nvPr>
            <p:ph type="subTitle" idx="1"/>
          </p:nvPr>
        </p:nvSpPr>
        <p:spPr>
          <a:xfrm>
            <a:off x="719975" y="2810750"/>
            <a:ext cx="4661400" cy="9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well-designed predictive model helps </a:t>
            </a:r>
            <a:r>
              <a:rPr lang="en-US" b="1" dirty="0"/>
              <a:t>eliminate bias</a:t>
            </a:r>
            <a:r>
              <a:rPr lang="en-US" dirty="0"/>
              <a:t>, </a:t>
            </a:r>
            <a:r>
              <a:rPr lang="en-US" b="1" dirty="0"/>
              <a:t>increase transparency</a:t>
            </a:r>
            <a:r>
              <a:rPr lang="en-US" dirty="0"/>
              <a:t>, and supports </a:t>
            </a:r>
            <a:r>
              <a:rPr lang="en-US" b="1" dirty="0"/>
              <a:t>data-driven decision-making</a:t>
            </a:r>
            <a:r>
              <a:rPr lang="en-US" dirty="0"/>
              <a:t>, making the process both fair and precise.</a:t>
            </a:r>
            <a:endParaRPr dirty="0"/>
          </a:p>
        </p:txBody>
      </p:sp>
      <p:sp>
        <p:nvSpPr>
          <p:cNvPr id="213" name="Google Shape;213;p34"/>
          <p:cNvSpPr txBox="1">
            <a:spLocks noGrp="1"/>
          </p:cNvSpPr>
          <p:nvPr>
            <p:ph type="subTitle" idx="2"/>
          </p:nvPr>
        </p:nvSpPr>
        <p:spPr>
          <a:xfrm>
            <a:off x="719975" y="1790625"/>
            <a:ext cx="4661400" cy="9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Predicting employee promotions</a:t>
            </a:r>
            <a:r>
              <a:rPr lang="en-US" dirty="0"/>
              <a:t> is a critical task for organizations to ensure that career advancements are based on performance, potential, and fairness.</a:t>
            </a:r>
            <a:endParaRPr dirty="0"/>
          </a:p>
        </p:txBody>
      </p:sp>
      <p:pic>
        <p:nvPicPr>
          <p:cNvPr id="2052" name="Picture 4" descr="How To Get Promoted At Work: The Ultimate Guide - 300Hours">
            <a:extLst>
              <a:ext uri="{FF2B5EF4-FFF2-40B4-BE49-F238E27FC236}">
                <a16:creationId xmlns:a16="http://schemas.microsoft.com/office/drawing/2014/main" id="{776E3D5F-122B-5F31-9912-A7DFE32DD373}"/>
              </a:ext>
            </a:extLst>
          </p:cNvPr>
          <p:cNvPicPr>
            <a:picLocks noGrp="1" noChangeAspect="1" noChangeArrowheads="1"/>
          </p:cNvPicPr>
          <p:nvPr>
            <p:ph type="pic" idx="5"/>
          </p:nvPr>
        </p:nvPicPr>
        <p:blipFill>
          <a:blip r:embed="rId3">
            <a:extLst>
              <a:ext uri="{28A0092B-C50C-407E-A947-70E740481C1C}">
                <a14:useLocalDpi xmlns:a14="http://schemas.microsoft.com/office/drawing/2010/main" val="0"/>
              </a:ext>
            </a:extLst>
          </a:blip>
          <a:srcRect l="26179" r="2617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3"/>
          <p:cNvSpPr txBox="1">
            <a:spLocks noGrp="1"/>
          </p:cNvSpPr>
          <p:nvPr>
            <p:ph type="title"/>
          </p:nvPr>
        </p:nvSpPr>
        <p:spPr>
          <a:xfrm>
            <a:off x="2319503" y="602170"/>
            <a:ext cx="4504993" cy="69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Dataset Overview</a:t>
            </a:r>
            <a:endParaRPr dirty="0"/>
          </a:p>
        </p:txBody>
      </p:sp>
      <p:sp>
        <p:nvSpPr>
          <p:cNvPr id="199" name="Google Shape;199;p33"/>
          <p:cNvSpPr txBox="1">
            <a:spLocks noGrp="1"/>
          </p:cNvSpPr>
          <p:nvPr>
            <p:ph type="body" idx="1"/>
          </p:nvPr>
        </p:nvSpPr>
        <p:spPr>
          <a:xfrm>
            <a:off x="2048886" y="1300570"/>
            <a:ext cx="5402168" cy="186876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 Source: Department of Management Information System in Istanbul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   The Data set Consists of 12 Features </a:t>
            </a:r>
            <a:r>
              <a:rPr lang="en-US" b="1" dirty="0"/>
              <a:t>55000+</a:t>
            </a:r>
            <a:r>
              <a:rPr lang="en-US" dirty="0"/>
              <a:t> entries.</a:t>
            </a:r>
          </a:p>
          <a:p>
            <a:pPr marL="0" lvl="0" indent="0" algn="l" rtl="0">
              <a:spcBef>
                <a:spcPts val="0"/>
              </a:spcBef>
              <a:spcAft>
                <a:spcPts val="0"/>
              </a:spcAft>
              <a:buNone/>
            </a:pPr>
            <a:endParaRPr lang="en-US" dirty="0"/>
          </a:p>
          <a:p>
            <a:pPr marL="171450" lvl="0" indent="-171450" algn="l" rtl="0">
              <a:spcBef>
                <a:spcPts val="0"/>
              </a:spcBef>
              <a:spcAft>
                <a:spcPts val="0"/>
              </a:spcAft>
              <a:buFontTx/>
              <a:buChar char="-"/>
            </a:pPr>
            <a:r>
              <a:rPr lang="en-US" dirty="0"/>
              <a:t>Target: Promotion status</a:t>
            </a:r>
          </a:p>
          <a:p>
            <a:pPr marL="171450" lvl="0" indent="-171450" algn="l" rtl="0">
              <a:spcBef>
                <a:spcPts val="0"/>
              </a:spcBef>
              <a:spcAft>
                <a:spcPts val="0"/>
              </a:spcAft>
              <a:buFontTx/>
              <a:buChar char="-"/>
            </a:pPr>
            <a:endParaRPr lang="en-US" dirty="0"/>
          </a:p>
        </p:txBody>
      </p:sp>
      <p:sp>
        <p:nvSpPr>
          <p:cNvPr id="200" name="Google Shape;200;p33"/>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Feature Name/Product</a:t>
            </a:r>
            <a:endParaRPr sz="700">
              <a:solidFill>
                <a:schemeClr val="lt1"/>
              </a:solidFill>
              <a:latin typeface="Roboto"/>
              <a:ea typeface="Roboto"/>
              <a:cs typeface="Roboto"/>
              <a:sym typeface="Roboto"/>
            </a:endParaRPr>
          </a:p>
        </p:txBody>
      </p:sp>
      <p:sp>
        <p:nvSpPr>
          <p:cNvPr id="201" name="Google Shape;201;p33"/>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DD/MM/YYYY</a:t>
            </a:r>
            <a:endParaRPr sz="700">
              <a:solidFill>
                <a:schemeClr val="lt1"/>
              </a:solidFill>
              <a:latin typeface="Roboto"/>
              <a:ea typeface="Roboto"/>
              <a:cs typeface="Roboto"/>
              <a:sym typeface="Roboto"/>
            </a:endParaRPr>
          </a:p>
        </p:txBody>
      </p:sp>
      <p:sp>
        <p:nvSpPr>
          <p:cNvPr id="202" name="Google Shape;202;p33"/>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lt1"/>
                </a:solidFill>
                <a:latin typeface="Roboto"/>
                <a:ea typeface="Roboto"/>
                <a:cs typeface="Roboto"/>
                <a:sym typeface="Roboto"/>
              </a:rPr>
              <a:t>Your Company Name</a:t>
            </a:r>
            <a:endParaRPr sz="700">
              <a:solidFill>
                <a:schemeClr val="lt1"/>
              </a:solidFill>
              <a:latin typeface="Roboto"/>
              <a:ea typeface="Roboto"/>
              <a:cs typeface="Roboto"/>
              <a:sym typeface="Roboto"/>
            </a:endParaRPr>
          </a:p>
        </p:txBody>
      </p:sp>
      <p:graphicFrame>
        <p:nvGraphicFramePr>
          <p:cNvPr id="4" name="Table 3">
            <a:extLst>
              <a:ext uri="{FF2B5EF4-FFF2-40B4-BE49-F238E27FC236}">
                <a16:creationId xmlns:a16="http://schemas.microsoft.com/office/drawing/2014/main" id="{D01A3D3F-4E0F-060A-9F9D-FDF77F901C9F}"/>
              </a:ext>
            </a:extLst>
          </p:cNvPr>
          <p:cNvGraphicFramePr>
            <a:graphicFrameLocks noGrp="1"/>
          </p:cNvGraphicFramePr>
          <p:nvPr>
            <p:extLst>
              <p:ext uri="{D42A27DB-BD31-4B8C-83A1-F6EECF244321}">
                <p14:modId xmlns:p14="http://schemas.microsoft.com/office/powerpoint/2010/main" val="3909311238"/>
              </p:ext>
            </p:extLst>
          </p:nvPr>
        </p:nvGraphicFramePr>
        <p:xfrm>
          <a:off x="2809284" y="2633198"/>
          <a:ext cx="3525429" cy="2095856"/>
        </p:xfrm>
        <a:graphic>
          <a:graphicData uri="http://schemas.openxmlformats.org/drawingml/2006/table">
            <a:tbl>
              <a:tblPr firstRow="1" bandRow="1">
                <a:tableStyleId>{53D9FA18-2ED9-4E76-96E2-1D1DB4C6C5A3}</a:tableStyleId>
              </a:tblPr>
              <a:tblGrid>
                <a:gridCol w="1709272">
                  <a:extLst>
                    <a:ext uri="{9D8B030D-6E8A-4147-A177-3AD203B41FA5}">
                      <a16:colId xmlns:a16="http://schemas.microsoft.com/office/drawing/2014/main" val="2056581285"/>
                    </a:ext>
                  </a:extLst>
                </a:gridCol>
                <a:gridCol w="1816157">
                  <a:extLst>
                    <a:ext uri="{9D8B030D-6E8A-4147-A177-3AD203B41FA5}">
                      <a16:colId xmlns:a16="http://schemas.microsoft.com/office/drawing/2014/main" val="2177374201"/>
                    </a:ext>
                  </a:extLst>
                </a:gridCol>
              </a:tblGrid>
              <a:tr h="240632">
                <a:tc>
                  <a:txBody>
                    <a:bodyPr/>
                    <a:lstStyle/>
                    <a:p>
                      <a:r>
                        <a:rPr lang="en-US" dirty="0"/>
                        <a:t>Employee id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no of trainings</a:t>
                      </a:r>
                    </a:p>
                  </a:txBody>
                  <a:tcPr/>
                </a:tc>
                <a:extLst>
                  <a:ext uri="{0D108BD9-81ED-4DB2-BD59-A6C34878D82A}">
                    <a16:rowId xmlns:a16="http://schemas.microsoft.com/office/drawing/2014/main" val="2151794536"/>
                  </a:ext>
                </a:extLst>
              </a:tr>
              <a:tr h="301806">
                <a:tc>
                  <a:txBody>
                    <a:bodyPr/>
                    <a:lstStyle/>
                    <a:p>
                      <a:r>
                        <a:rPr lang="en-US" dirty="0"/>
                        <a:t>region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baseline="0" dirty="0">
                          <a:solidFill>
                            <a:srgbClr val="000000"/>
                          </a:solidFill>
                          <a:latin typeface="Arial"/>
                          <a:ea typeface="Arial"/>
                          <a:cs typeface="Arial"/>
                          <a:sym typeface="Arial"/>
                        </a:rPr>
                        <a:t>age 	</a:t>
                      </a:r>
                    </a:p>
                  </a:txBody>
                  <a:tcPr/>
                </a:tc>
                <a:extLst>
                  <a:ext uri="{0D108BD9-81ED-4DB2-BD59-A6C34878D82A}">
                    <a16:rowId xmlns:a16="http://schemas.microsoft.com/office/drawing/2014/main" val="1200451006"/>
                  </a:ext>
                </a:extLst>
              </a:tr>
              <a:tr h="329659">
                <a:tc>
                  <a:txBody>
                    <a:bodyPr/>
                    <a:lstStyle/>
                    <a:p>
                      <a:r>
                        <a:rPr lang="en-US" dirty="0"/>
                        <a:t>Department</a:t>
                      </a:r>
                    </a:p>
                  </a:txBody>
                  <a:tcPr/>
                </a:tc>
                <a:tc>
                  <a:txBody>
                    <a:bodyPr/>
                    <a:lstStyle/>
                    <a:p>
                      <a:r>
                        <a:rPr lang="en-US" dirty="0"/>
                        <a:t>Previous year rating</a:t>
                      </a:r>
                    </a:p>
                  </a:txBody>
                  <a:tcPr/>
                </a:tc>
                <a:extLst>
                  <a:ext uri="{0D108BD9-81ED-4DB2-BD59-A6C34878D82A}">
                    <a16:rowId xmlns:a16="http://schemas.microsoft.com/office/drawing/2014/main" val="3858851007"/>
                  </a:ext>
                </a:extLst>
              </a:tr>
              <a:tr h="301806">
                <a:tc>
                  <a:txBody>
                    <a:bodyPr/>
                    <a:lstStyle/>
                    <a:p>
                      <a:r>
                        <a:rPr lang="en-US" dirty="0"/>
                        <a:t>Education</a:t>
                      </a:r>
                    </a:p>
                  </a:txBody>
                  <a:tcPr/>
                </a:tc>
                <a:tc>
                  <a:txBody>
                    <a:bodyPr/>
                    <a:lstStyle/>
                    <a:p>
                      <a:r>
                        <a:rPr lang="en-US" dirty="0"/>
                        <a:t>awards_ won</a:t>
                      </a:r>
                    </a:p>
                  </a:txBody>
                  <a:tcPr/>
                </a:tc>
                <a:extLst>
                  <a:ext uri="{0D108BD9-81ED-4DB2-BD59-A6C34878D82A}">
                    <a16:rowId xmlns:a16="http://schemas.microsoft.com/office/drawing/2014/main" val="1324479253"/>
                  </a:ext>
                </a:extLst>
              </a:tr>
              <a:tr h="293341">
                <a:tc>
                  <a:txBody>
                    <a:bodyPr/>
                    <a:lstStyle/>
                    <a:p>
                      <a:r>
                        <a:rPr lang="en-US" dirty="0"/>
                        <a:t>Gender</a:t>
                      </a:r>
                    </a:p>
                  </a:txBody>
                  <a:tcPr/>
                </a:tc>
                <a:tc>
                  <a:txBody>
                    <a:bodyPr/>
                    <a:lstStyle/>
                    <a:p>
                      <a:r>
                        <a:rPr lang="en-US" dirty="0"/>
                        <a:t>length of service</a:t>
                      </a:r>
                    </a:p>
                  </a:txBody>
                  <a:tcPr/>
                </a:tc>
                <a:extLst>
                  <a:ext uri="{0D108BD9-81ED-4DB2-BD59-A6C34878D82A}">
                    <a16:rowId xmlns:a16="http://schemas.microsoft.com/office/drawing/2014/main" val="3971355988"/>
                  </a:ext>
                </a:extLst>
              </a:tr>
              <a:tr h="546997">
                <a:tc>
                  <a:txBody>
                    <a:bodyPr/>
                    <a:lstStyle/>
                    <a:p>
                      <a:r>
                        <a:rPr lang="en-US" dirty="0"/>
                        <a:t>Recruitment channel</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avg training score</a:t>
                      </a:r>
                    </a:p>
                  </a:txBody>
                  <a:tcPr/>
                </a:tc>
                <a:extLst>
                  <a:ext uri="{0D108BD9-81ED-4DB2-BD59-A6C34878D82A}">
                    <a16:rowId xmlns:a16="http://schemas.microsoft.com/office/drawing/2014/main" val="150923363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E79B7E08-D5BF-7029-3FB7-43280F7437F1}"/>
            </a:ext>
          </a:extLst>
        </p:cNvPr>
        <p:cNvGrpSpPr/>
        <p:nvPr/>
      </p:nvGrpSpPr>
      <p:grpSpPr>
        <a:xfrm>
          <a:off x="0" y="0"/>
          <a:ext cx="0" cy="0"/>
          <a:chOff x="0" y="0"/>
          <a:chExt cx="0" cy="0"/>
        </a:xfrm>
      </p:grpSpPr>
      <p:sp>
        <p:nvSpPr>
          <p:cNvPr id="188" name="Google Shape;188;p32">
            <a:extLst>
              <a:ext uri="{FF2B5EF4-FFF2-40B4-BE49-F238E27FC236}">
                <a16:creationId xmlns:a16="http://schemas.microsoft.com/office/drawing/2014/main" id="{B9AAEB8D-7AF2-ED2C-DDE5-D7CEF70CB36E}"/>
              </a:ext>
            </a:extLst>
          </p:cNvPr>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Feature Name/Product</a:t>
            </a:r>
            <a:endParaRPr sz="700">
              <a:solidFill>
                <a:schemeClr val="dk1"/>
              </a:solidFill>
              <a:latin typeface="Roboto"/>
              <a:ea typeface="Roboto"/>
              <a:cs typeface="Roboto"/>
              <a:sym typeface="Roboto"/>
            </a:endParaRPr>
          </a:p>
        </p:txBody>
      </p:sp>
      <p:sp>
        <p:nvSpPr>
          <p:cNvPr id="189" name="Google Shape;189;p32">
            <a:extLst>
              <a:ext uri="{FF2B5EF4-FFF2-40B4-BE49-F238E27FC236}">
                <a16:creationId xmlns:a16="http://schemas.microsoft.com/office/drawing/2014/main" id="{469E3208-2908-93DD-BD1F-96A8E7D4EB57}"/>
              </a:ext>
            </a:extLst>
          </p:cNvPr>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DD/MM/YYYY</a:t>
            </a:r>
            <a:endParaRPr sz="700">
              <a:solidFill>
                <a:schemeClr val="dk1"/>
              </a:solidFill>
              <a:latin typeface="Roboto"/>
              <a:ea typeface="Roboto"/>
              <a:cs typeface="Roboto"/>
              <a:sym typeface="Roboto"/>
            </a:endParaRPr>
          </a:p>
        </p:txBody>
      </p:sp>
      <p:sp>
        <p:nvSpPr>
          <p:cNvPr id="190" name="Google Shape;190;p32">
            <a:extLst>
              <a:ext uri="{FF2B5EF4-FFF2-40B4-BE49-F238E27FC236}">
                <a16:creationId xmlns:a16="http://schemas.microsoft.com/office/drawing/2014/main" id="{93C3ADE7-369B-9BE8-A2A4-6C13B3C58526}"/>
              </a:ext>
            </a:extLst>
          </p:cNvPr>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dk1"/>
                </a:solidFill>
                <a:latin typeface="Roboto"/>
                <a:ea typeface="Roboto"/>
                <a:cs typeface="Roboto"/>
                <a:sym typeface="Roboto"/>
              </a:rPr>
              <a:t>Your Company Name</a:t>
            </a:r>
            <a:endParaRPr sz="700">
              <a:solidFill>
                <a:schemeClr val="dk1"/>
              </a:solidFill>
              <a:latin typeface="Roboto"/>
              <a:ea typeface="Roboto"/>
              <a:cs typeface="Roboto"/>
              <a:sym typeface="Roboto"/>
            </a:endParaRPr>
          </a:p>
        </p:txBody>
      </p:sp>
      <p:sp>
        <p:nvSpPr>
          <p:cNvPr id="191" name="Google Shape;191;p32">
            <a:extLst>
              <a:ext uri="{FF2B5EF4-FFF2-40B4-BE49-F238E27FC236}">
                <a16:creationId xmlns:a16="http://schemas.microsoft.com/office/drawing/2014/main" id="{9779DF86-835D-2E97-DB1E-27A37CC40A72}"/>
              </a:ext>
            </a:extLst>
          </p:cNvPr>
          <p:cNvSpPr txBox="1">
            <a:spLocks noGrp="1"/>
          </p:cNvSpPr>
          <p:nvPr>
            <p:ph type="title"/>
          </p:nvPr>
        </p:nvSpPr>
        <p:spPr>
          <a:xfrm>
            <a:off x="722376" y="1861301"/>
            <a:ext cx="4131900" cy="156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Data Preprocessing</a:t>
            </a:r>
          </a:p>
        </p:txBody>
      </p:sp>
      <p:sp>
        <p:nvSpPr>
          <p:cNvPr id="192" name="Google Shape;192;p32">
            <a:extLst>
              <a:ext uri="{FF2B5EF4-FFF2-40B4-BE49-F238E27FC236}">
                <a16:creationId xmlns:a16="http://schemas.microsoft.com/office/drawing/2014/main" id="{1F331F44-6880-F04A-1F52-301F924CDB0B}"/>
              </a:ext>
            </a:extLst>
          </p:cNvPr>
          <p:cNvSpPr txBox="1">
            <a:spLocks noGrp="1"/>
          </p:cNvSpPr>
          <p:nvPr>
            <p:ph type="title" idx="2"/>
          </p:nvPr>
        </p:nvSpPr>
        <p:spPr>
          <a:xfrm>
            <a:off x="722376" y="984098"/>
            <a:ext cx="1235700" cy="87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2</a:t>
            </a:r>
            <a:endParaRPr dirty="0"/>
          </a:p>
        </p:txBody>
      </p:sp>
    </p:spTree>
    <p:extLst>
      <p:ext uri="{BB962C8B-B14F-4D97-AF65-F5344CB8AC3E}">
        <p14:creationId xmlns:p14="http://schemas.microsoft.com/office/powerpoint/2010/main" val="2601197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19"/>
        <p:cNvGrpSpPr/>
        <p:nvPr/>
      </p:nvGrpSpPr>
      <p:grpSpPr>
        <a:xfrm>
          <a:off x="0" y="0"/>
          <a:ext cx="0" cy="0"/>
          <a:chOff x="0" y="0"/>
          <a:chExt cx="0" cy="0"/>
        </a:xfrm>
      </p:grpSpPr>
      <p:sp>
        <p:nvSpPr>
          <p:cNvPr id="220" name="Google Shape;220;p35"/>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Feature Name/Product</a:t>
            </a:r>
            <a:endParaRPr sz="700">
              <a:solidFill>
                <a:schemeClr val="lt1"/>
              </a:solidFill>
              <a:latin typeface="Roboto"/>
              <a:ea typeface="Roboto"/>
              <a:cs typeface="Roboto"/>
              <a:sym typeface="Roboto"/>
            </a:endParaRPr>
          </a:p>
        </p:txBody>
      </p:sp>
      <p:sp>
        <p:nvSpPr>
          <p:cNvPr id="221" name="Google Shape;221;p35"/>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DD/MM/YYYY</a:t>
            </a:r>
            <a:endParaRPr sz="700">
              <a:solidFill>
                <a:schemeClr val="lt1"/>
              </a:solidFill>
              <a:latin typeface="Roboto"/>
              <a:ea typeface="Roboto"/>
              <a:cs typeface="Roboto"/>
              <a:sym typeface="Roboto"/>
            </a:endParaRPr>
          </a:p>
        </p:txBody>
      </p:sp>
      <p:sp>
        <p:nvSpPr>
          <p:cNvPr id="222" name="Google Shape;222;p35"/>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lt1"/>
                </a:solidFill>
                <a:latin typeface="Roboto"/>
                <a:ea typeface="Roboto"/>
                <a:cs typeface="Roboto"/>
                <a:sym typeface="Roboto"/>
              </a:rPr>
              <a:t>Your Company Name</a:t>
            </a:r>
            <a:endParaRPr sz="700">
              <a:solidFill>
                <a:schemeClr val="lt1"/>
              </a:solidFill>
              <a:latin typeface="Roboto"/>
              <a:ea typeface="Roboto"/>
              <a:cs typeface="Roboto"/>
              <a:sym typeface="Roboto"/>
            </a:endParaRPr>
          </a:p>
        </p:txBody>
      </p:sp>
      <p:sp>
        <p:nvSpPr>
          <p:cNvPr id="223" name="Google Shape;223;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Preprocessing</a:t>
            </a:r>
          </a:p>
        </p:txBody>
      </p:sp>
      <p:sp>
        <p:nvSpPr>
          <p:cNvPr id="224" name="Google Shape;224;p35"/>
          <p:cNvSpPr txBox="1">
            <a:spLocks noGrp="1"/>
          </p:cNvSpPr>
          <p:nvPr>
            <p:ph type="subTitle" idx="4"/>
          </p:nvPr>
        </p:nvSpPr>
        <p:spPr>
          <a:xfrm>
            <a:off x="653781" y="1371800"/>
            <a:ext cx="2505300" cy="4311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b="1" dirty="0"/>
              <a:t>Handled null values </a:t>
            </a:r>
            <a:endParaRPr b="1" dirty="0"/>
          </a:p>
        </p:txBody>
      </p:sp>
      <p:sp>
        <p:nvSpPr>
          <p:cNvPr id="225" name="Google Shape;225;p35"/>
          <p:cNvSpPr txBox="1">
            <a:spLocks noGrp="1"/>
          </p:cNvSpPr>
          <p:nvPr>
            <p:ph type="subTitle" idx="5"/>
          </p:nvPr>
        </p:nvSpPr>
        <p:spPr>
          <a:xfrm>
            <a:off x="6030300" y="1371800"/>
            <a:ext cx="2505300" cy="431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b="1" dirty="0"/>
              <a:t>Converted object types</a:t>
            </a:r>
            <a:r>
              <a:rPr lang="en-US" dirty="0"/>
              <a:t>:</a:t>
            </a:r>
            <a:endParaRPr dirty="0"/>
          </a:p>
        </p:txBody>
      </p:sp>
      <p:sp>
        <p:nvSpPr>
          <p:cNvPr id="226" name="Google Shape;226;p35"/>
          <p:cNvSpPr txBox="1">
            <a:spLocks noGrp="1"/>
          </p:cNvSpPr>
          <p:nvPr>
            <p:ph type="subTitle" idx="1"/>
          </p:nvPr>
        </p:nvSpPr>
        <p:spPr>
          <a:xfrm>
            <a:off x="703575" y="1862325"/>
            <a:ext cx="2505300" cy="91591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Used </a:t>
            </a:r>
            <a:r>
              <a:rPr lang="en-US" b="1" dirty="0"/>
              <a:t>mean</a:t>
            </a:r>
            <a:r>
              <a:rPr lang="en-US" dirty="0"/>
              <a:t> for numerical columns.</a:t>
            </a:r>
          </a:p>
          <a:p>
            <a:pPr marL="0" lvl="0" indent="0" algn="l" rtl="0">
              <a:spcBef>
                <a:spcPts val="0"/>
              </a:spcBef>
              <a:spcAft>
                <a:spcPts val="0"/>
              </a:spcAft>
              <a:buNone/>
            </a:pPr>
            <a:r>
              <a:rPr lang="en-US" dirty="0"/>
              <a:t> And Used </a:t>
            </a:r>
            <a:r>
              <a:rPr lang="en-US" b="1" dirty="0"/>
              <a:t>most recent/frequent</a:t>
            </a:r>
            <a:r>
              <a:rPr lang="en-US" dirty="0"/>
              <a:t> for categorical ones</a:t>
            </a:r>
            <a:endParaRPr dirty="0"/>
          </a:p>
        </p:txBody>
      </p:sp>
      <p:sp>
        <p:nvSpPr>
          <p:cNvPr id="227" name="Google Shape;227;p35"/>
          <p:cNvSpPr txBox="1">
            <a:spLocks noGrp="1"/>
          </p:cNvSpPr>
          <p:nvPr>
            <p:ph type="subTitle" idx="2"/>
          </p:nvPr>
        </p:nvSpPr>
        <p:spPr>
          <a:xfrm>
            <a:off x="6009549" y="1871642"/>
            <a:ext cx="2505300" cy="78869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Used </a:t>
            </a:r>
            <a:r>
              <a:rPr lang="en-US" b="1" dirty="0"/>
              <a:t>Label Encoding</a:t>
            </a:r>
            <a:r>
              <a:rPr lang="en-US" dirty="0"/>
              <a:t> to transform  categorical features into numerical features </a:t>
            </a:r>
            <a:endParaRPr dirty="0"/>
          </a:p>
        </p:txBody>
      </p:sp>
      <p:sp>
        <p:nvSpPr>
          <p:cNvPr id="228" name="Google Shape;228;p35"/>
          <p:cNvSpPr txBox="1">
            <a:spLocks noGrp="1"/>
          </p:cNvSpPr>
          <p:nvPr>
            <p:ph type="subTitle" idx="3"/>
          </p:nvPr>
        </p:nvSpPr>
        <p:spPr>
          <a:xfrm>
            <a:off x="3197631" y="1839557"/>
            <a:ext cx="2505300" cy="135944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data does not have any </a:t>
            </a:r>
            <a:r>
              <a:rPr lang="en" b="1" dirty="0"/>
              <a:t>Oultliers</a:t>
            </a:r>
            <a:r>
              <a:rPr lang="en" dirty="0"/>
              <a:t> and all entries are within range. </a:t>
            </a:r>
            <a:r>
              <a:rPr lang="en-US" dirty="0"/>
              <a:t>S</a:t>
            </a:r>
            <a:r>
              <a:rPr lang="en" dirty="0"/>
              <a:t>o we didn’t need to use scaling.</a:t>
            </a:r>
          </a:p>
        </p:txBody>
      </p:sp>
      <p:sp>
        <p:nvSpPr>
          <p:cNvPr id="229" name="Google Shape;229;p35"/>
          <p:cNvSpPr txBox="1">
            <a:spLocks noGrp="1"/>
          </p:cNvSpPr>
          <p:nvPr>
            <p:ph type="subTitle" idx="6"/>
          </p:nvPr>
        </p:nvSpPr>
        <p:spPr>
          <a:xfrm>
            <a:off x="3223623" y="1371800"/>
            <a:ext cx="2682842"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b="1" dirty="0"/>
              <a:t>Removing Outliers, scaling and encoding </a:t>
            </a:r>
            <a:endParaRPr b="1" dirty="0"/>
          </a:p>
        </p:txBody>
      </p:sp>
      <p:sp>
        <p:nvSpPr>
          <p:cNvPr id="230" name="Google Shape;230;p35"/>
          <p:cNvSpPr txBox="1">
            <a:spLocks noGrp="1"/>
          </p:cNvSpPr>
          <p:nvPr>
            <p:ph type="title" idx="7"/>
          </p:nvPr>
        </p:nvSpPr>
        <p:spPr>
          <a:xfrm>
            <a:off x="3264389" y="1054383"/>
            <a:ext cx="734700" cy="43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2.</a:t>
            </a:r>
            <a:endParaRPr/>
          </a:p>
        </p:txBody>
      </p:sp>
      <p:sp>
        <p:nvSpPr>
          <p:cNvPr id="231" name="Google Shape;231;p35"/>
          <p:cNvSpPr txBox="1">
            <a:spLocks noGrp="1"/>
          </p:cNvSpPr>
          <p:nvPr>
            <p:ph type="title" idx="8"/>
          </p:nvPr>
        </p:nvSpPr>
        <p:spPr>
          <a:xfrm>
            <a:off x="608400" y="1051838"/>
            <a:ext cx="734700" cy="43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1.</a:t>
            </a:r>
            <a:endParaRPr dirty="0"/>
          </a:p>
        </p:txBody>
      </p:sp>
      <p:sp>
        <p:nvSpPr>
          <p:cNvPr id="232" name="Google Shape;232;p35"/>
          <p:cNvSpPr txBox="1">
            <a:spLocks noGrp="1"/>
          </p:cNvSpPr>
          <p:nvPr>
            <p:ph type="title" idx="9"/>
          </p:nvPr>
        </p:nvSpPr>
        <p:spPr>
          <a:xfrm>
            <a:off x="5920378" y="1051838"/>
            <a:ext cx="734700" cy="431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3.</a:t>
            </a:r>
            <a:endParaRPr dirty="0"/>
          </a:p>
        </p:txBody>
      </p:sp>
      <p:pic>
        <p:nvPicPr>
          <p:cNvPr id="3" name="Picture 2" descr="A screenshot of a phone&#10;&#10;AI-generated content may be incorrect.">
            <a:extLst>
              <a:ext uri="{FF2B5EF4-FFF2-40B4-BE49-F238E27FC236}">
                <a16:creationId xmlns:a16="http://schemas.microsoft.com/office/drawing/2014/main" id="{6DB56B20-C332-747B-F0E6-7AD1B0EC9D79}"/>
              </a:ext>
            </a:extLst>
          </p:cNvPr>
          <p:cNvPicPr>
            <a:picLocks noChangeAspect="1"/>
          </p:cNvPicPr>
          <p:nvPr/>
        </p:nvPicPr>
        <p:blipFill>
          <a:blip r:embed="rId3"/>
          <a:srcRect l="8992" t="13057" r="13036" b="4479"/>
          <a:stretch/>
        </p:blipFill>
        <p:spPr>
          <a:xfrm>
            <a:off x="832214" y="2726333"/>
            <a:ext cx="956916" cy="2016790"/>
          </a:xfrm>
          <a:prstGeom prst="rect">
            <a:avLst/>
          </a:prstGeom>
        </p:spPr>
      </p:pic>
      <p:pic>
        <p:nvPicPr>
          <p:cNvPr id="5" name="Picture 4" descr="A screenshot of a phone&#10;&#10;AI-generated content may be incorrect.">
            <a:extLst>
              <a:ext uri="{FF2B5EF4-FFF2-40B4-BE49-F238E27FC236}">
                <a16:creationId xmlns:a16="http://schemas.microsoft.com/office/drawing/2014/main" id="{DE545088-4559-7655-753B-CF7510A1AA87}"/>
              </a:ext>
            </a:extLst>
          </p:cNvPr>
          <p:cNvPicPr>
            <a:picLocks noChangeAspect="1"/>
          </p:cNvPicPr>
          <p:nvPr/>
        </p:nvPicPr>
        <p:blipFill>
          <a:blip r:embed="rId4"/>
          <a:srcRect l="10659" t="18695" r="11971"/>
          <a:stretch/>
        </p:blipFill>
        <p:spPr>
          <a:xfrm>
            <a:off x="1955850" y="2737146"/>
            <a:ext cx="834707" cy="1995164"/>
          </a:xfrm>
          <a:prstGeom prst="rect">
            <a:avLst/>
          </a:prstGeom>
        </p:spPr>
      </p:pic>
      <p:pic>
        <p:nvPicPr>
          <p:cNvPr id="7" name="Picture 6">
            <a:extLst>
              <a:ext uri="{FF2B5EF4-FFF2-40B4-BE49-F238E27FC236}">
                <a16:creationId xmlns:a16="http://schemas.microsoft.com/office/drawing/2014/main" id="{E751F2C1-FF83-5F34-5FCA-989648D967C7}"/>
              </a:ext>
            </a:extLst>
          </p:cNvPr>
          <p:cNvPicPr>
            <a:picLocks noChangeAspect="1"/>
          </p:cNvPicPr>
          <p:nvPr/>
        </p:nvPicPr>
        <p:blipFill>
          <a:blip r:embed="rId5"/>
          <a:stretch>
            <a:fillRect/>
          </a:stretch>
        </p:blipFill>
        <p:spPr>
          <a:xfrm>
            <a:off x="5992258" y="2726333"/>
            <a:ext cx="2560671" cy="168933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36"/>
        <p:cNvGrpSpPr/>
        <p:nvPr/>
      </p:nvGrpSpPr>
      <p:grpSpPr>
        <a:xfrm>
          <a:off x="0" y="0"/>
          <a:ext cx="0" cy="0"/>
          <a:chOff x="0" y="0"/>
          <a:chExt cx="0" cy="0"/>
        </a:xfrm>
      </p:grpSpPr>
      <p:sp>
        <p:nvSpPr>
          <p:cNvPr id="237" name="Google Shape;237;p36"/>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Feature Name/Product</a:t>
            </a:r>
            <a:endParaRPr sz="700">
              <a:solidFill>
                <a:schemeClr val="lt1"/>
              </a:solidFill>
              <a:latin typeface="Roboto"/>
              <a:ea typeface="Roboto"/>
              <a:cs typeface="Roboto"/>
              <a:sym typeface="Roboto"/>
            </a:endParaRPr>
          </a:p>
        </p:txBody>
      </p:sp>
      <p:sp>
        <p:nvSpPr>
          <p:cNvPr id="238" name="Google Shape;238;p36"/>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DD/MM/YYYY</a:t>
            </a:r>
            <a:endParaRPr sz="700">
              <a:solidFill>
                <a:schemeClr val="lt1"/>
              </a:solidFill>
              <a:latin typeface="Roboto"/>
              <a:ea typeface="Roboto"/>
              <a:cs typeface="Roboto"/>
              <a:sym typeface="Roboto"/>
            </a:endParaRPr>
          </a:p>
        </p:txBody>
      </p:sp>
      <p:sp>
        <p:nvSpPr>
          <p:cNvPr id="239" name="Google Shape;239;p36"/>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lt1"/>
                </a:solidFill>
                <a:latin typeface="Roboto"/>
                <a:ea typeface="Roboto"/>
                <a:cs typeface="Roboto"/>
                <a:sym typeface="Roboto"/>
              </a:rPr>
              <a:t>Your Company Name</a:t>
            </a:r>
            <a:endParaRPr sz="700">
              <a:solidFill>
                <a:schemeClr val="lt1"/>
              </a:solidFill>
              <a:latin typeface="Roboto"/>
              <a:ea typeface="Roboto"/>
              <a:cs typeface="Roboto"/>
              <a:sym typeface="Roboto"/>
            </a:endParaRPr>
          </a:p>
        </p:txBody>
      </p:sp>
      <p:sp>
        <p:nvSpPr>
          <p:cNvPr id="241" name="Google Shape;241;p3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Preprocessing</a:t>
            </a:r>
            <a:endParaRPr dirty="0"/>
          </a:p>
        </p:txBody>
      </p:sp>
      <p:sp>
        <p:nvSpPr>
          <p:cNvPr id="242" name="Google Shape;242;p36"/>
          <p:cNvSpPr txBox="1">
            <a:spLocks noGrp="1"/>
          </p:cNvSpPr>
          <p:nvPr>
            <p:ph type="subTitle" idx="1"/>
          </p:nvPr>
        </p:nvSpPr>
        <p:spPr>
          <a:xfrm>
            <a:off x="713236" y="1549262"/>
            <a:ext cx="3322200" cy="9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t>
            </a:r>
            <a:r>
              <a:rPr lang="en" dirty="0"/>
              <a:t>he data set is unbalanced because the number of non promoted employees </a:t>
            </a:r>
            <a:r>
              <a:rPr lang="en-US" dirty="0"/>
              <a:t>I</a:t>
            </a:r>
            <a:r>
              <a:rPr lang="en" dirty="0"/>
              <a:t>s way higher and more frequent than promoted ones to solve this issue we used smote </a:t>
            </a:r>
            <a:endParaRPr dirty="0"/>
          </a:p>
        </p:txBody>
      </p:sp>
      <p:sp>
        <p:nvSpPr>
          <p:cNvPr id="246" name="Google Shape;246;p36"/>
          <p:cNvSpPr txBox="1">
            <a:spLocks noGrp="1"/>
          </p:cNvSpPr>
          <p:nvPr>
            <p:ph type="subTitle" idx="5"/>
          </p:nvPr>
        </p:nvSpPr>
        <p:spPr>
          <a:xfrm>
            <a:off x="713236" y="1106906"/>
            <a:ext cx="3322200" cy="38429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Unabalnced data set </a:t>
            </a:r>
            <a:endParaRPr dirty="0"/>
          </a:p>
        </p:txBody>
      </p:sp>
      <p:pic>
        <p:nvPicPr>
          <p:cNvPr id="15" name="Picture 14" descr="A blue rectangular bar graph&#10;&#10;AI-generated content may be incorrect.">
            <a:extLst>
              <a:ext uri="{FF2B5EF4-FFF2-40B4-BE49-F238E27FC236}">
                <a16:creationId xmlns:a16="http://schemas.microsoft.com/office/drawing/2014/main" id="{6A39F402-4025-2CB5-2123-FCE2E3931CAA}"/>
              </a:ext>
            </a:extLst>
          </p:cNvPr>
          <p:cNvPicPr>
            <a:picLocks noChangeAspect="1"/>
          </p:cNvPicPr>
          <p:nvPr/>
        </p:nvPicPr>
        <p:blipFill>
          <a:blip r:embed="rId3"/>
          <a:stretch>
            <a:fillRect/>
          </a:stretch>
        </p:blipFill>
        <p:spPr>
          <a:xfrm>
            <a:off x="620883" y="2530722"/>
            <a:ext cx="3896484" cy="2031766"/>
          </a:xfrm>
          <a:prstGeom prst="rect">
            <a:avLst/>
          </a:prstGeom>
        </p:spPr>
      </p:pic>
      <p:sp>
        <p:nvSpPr>
          <p:cNvPr id="16" name="Google Shape;246;p36">
            <a:extLst>
              <a:ext uri="{FF2B5EF4-FFF2-40B4-BE49-F238E27FC236}">
                <a16:creationId xmlns:a16="http://schemas.microsoft.com/office/drawing/2014/main" id="{5F68DED7-F659-EE1F-4665-5F2D6FA35AF4}"/>
              </a:ext>
            </a:extLst>
          </p:cNvPr>
          <p:cNvSpPr txBox="1">
            <a:spLocks/>
          </p:cNvSpPr>
          <p:nvPr/>
        </p:nvSpPr>
        <p:spPr>
          <a:xfrm>
            <a:off x="5108566" y="1087060"/>
            <a:ext cx="3322200" cy="38429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Inter"/>
              <a:buNone/>
              <a:defRPr sz="1600" b="0" i="0" u="none" strike="noStrike" cap="none">
                <a:solidFill>
                  <a:schemeClr val="dk1"/>
                </a:solidFill>
                <a:latin typeface="Inter Medium"/>
                <a:ea typeface="Inter Medium"/>
                <a:cs typeface="Inter Medium"/>
                <a:sym typeface="Inter Medium"/>
              </a:defRPr>
            </a:lvl1pPr>
            <a:lvl2pPr marL="914400" marR="0" lvl="1"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2pPr>
            <a:lvl3pPr marL="1371600" marR="0" lvl="2"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3pPr>
            <a:lvl4pPr marL="1828800" marR="0" lvl="3"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4pPr>
            <a:lvl5pPr marL="2286000" marR="0" lvl="4"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5pPr>
            <a:lvl6pPr marL="2743200" marR="0" lvl="5"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6pPr>
            <a:lvl7pPr marL="3200400" marR="0" lvl="6"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7pPr>
            <a:lvl8pPr marL="3657600" marR="0" lvl="7"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8pPr>
            <a:lvl9pPr marL="4114800" marR="0" lvl="8"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9pPr>
          </a:lstStyle>
          <a:p>
            <a:pPr marL="0" indent="0" algn="ctr"/>
            <a:r>
              <a:rPr lang="en-US" dirty="0"/>
              <a:t>SMOTE </a:t>
            </a:r>
          </a:p>
        </p:txBody>
      </p:sp>
      <p:sp>
        <p:nvSpPr>
          <p:cNvPr id="17" name="Google Shape;242;p36">
            <a:extLst>
              <a:ext uri="{FF2B5EF4-FFF2-40B4-BE49-F238E27FC236}">
                <a16:creationId xmlns:a16="http://schemas.microsoft.com/office/drawing/2014/main" id="{74E08FA1-5631-E69F-8997-2385BDD07280}"/>
              </a:ext>
            </a:extLst>
          </p:cNvPr>
          <p:cNvSpPr txBox="1">
            <a:spLocks/>
          </p:cNvSpPr>
          <p:nvPr/>
        </p:nvSpPr>
        <p:spPr>
          <a:xfrm>
            <a:off x="5108566" y="1395259"/>
            <a:ext cx="3322200" cy="7226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9pPr>
          </a:lstStyle>
          <a:p>
            <a:pPr marL="0" indent="0"/>
            <a:r>
              <a:rPr lang="en-US" dirty="0"/>
              <a:t>SMOTE helps balance the dataset by generating synthetic samples for the minority class. </a:t>
            </a:r>
          </a:p>
          <a:p>
            <a:pPr marL="0" indent="0"/>
            <a:endParaRPr lang="en-US" dirty="0"/>
          </a:p>
        </p:txBody>
      </p:sp>
      <p:sp>
        <p:nvSpPr>
          <p:cNvPr id="18" name="Google Shape;246;p36">
            <a:extLst>
              <a:ext uri="{FF2B5EF4-FFF2-40B4-BE49-F238E27FC236}">
                <a16:creationId xmlns:a16="http://schemas.microsoft.com/office/drawing/2014/main" id="{337356EC-DACA-1451-F432-D01AD93D201C}"/>
              </a:ext>
            </a:extLst>
          </p:cNvPr>
          <p:cNvSpPr txBox="1">
            <a:spLocks/>
          </p:cNvSpPr>
          <p:nvPr/>
        </p:nvSpPr>
        <p:spPr>
          <a:xfrm>
            <a:off x="5091000" y="2103117"/>
            <a:ext cx="3322200" cy="38429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Inter"/>
              <a:buNone/>
              <a:defRPr sz="1600" b="0" i="0" u="none" strike="noStrike" cap="none">
                <a:solidFill>
                  <a:schemeClr val="dk1"/>
                </a:solidFill>
                <a:latin typeface="Inter Medium"/>
                <a:ea typeface="Inter Medium"/>
                <a:cs typeface="Inter Medium"/>
                <a:sym typeface="Inter Medium"/>
              </a:defRPr>
            </a:lvl1pPr>
            <a:lvl2pPr marL="914400" marR="0" lvl="1"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2pPr>
            <a:lvl3pPr marL="1371600" marR="0" lvl="2"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3pPr>
            <a:lvl4pPr marL="1828800" marR="0" lvl="3"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4pPr>
            <a:lvl5pPr marL="2286000" marR="0" lvl="4"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5pPr>
            <a:lvl6pPr marL="2743200" marR="0" lvl="5"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6pPr>
            <a:lvl7pPr marL="3200400" marR="0" lvl="6"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7pPr>
            <a:lvl8pPr marL="3657600" marR="0" lvl="7"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8pPr>
            <a:lvl9pPr marL="4114800" marR="0" lvl="8"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9pPr>
          </a:lstStyle>
          <a:p>
            <a:pPr marL="0" indent="0" algn="ctr"/>
            <a:r>
              <a:rPr lang="en-US" dirty="0"/>
              <a:t>How it works  </a:t>
            </a:r>
          </a:p>
        </p:txBody>
      </p:sp>
      <p:sp>
        <p:nvSpPr>
          <p:cNvPr id="19" name="Google Shape;242;p36">
            <a:extLst>
              <a:ext uri="{FF2B5EF4-FFF2-40B4-BE49-F238E27FC236}">
                <a16:creationId xmlns:a16="http://schemas.microsoft.com/office/drawing/2014/main" id="{2C49027C-2AD8-66F5-C9E5-E91AC9BBA40E}"/>
              </a:ext>
            </a:extLst>
          </p:cNvPr>
          <p:cNvSpPr txBox="1">
            <a:spLocks/>
          </p:cNvSpPr>
          <p:nvPr/>
        </p:nvSpPr>
        <p:spPr>
          <a:xfrm>
            <a:off x="5108566" y="2404567"/>
            <a:ext cx="3512920" cy="7226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9pPr>
          </a:lstStyle>
          <a:p>
            <a:pPr marL="0" indent="0"/>
            <a:r>
              <a:rPr lang="en-US" dirty="0"/>
              <a:t>1- For each sample, </a:t>
            </a:r>
            <a:r>
              <a:rPr lang="en-US" b="1" dirty="0"/>
              <a:t>find its k-nearest neighbors</a:t>
            </a:r>
            <a:endParaRPr lang="en-US" dirty="0"/>
          </a:p>
          <a:p>
            <a:pPr marL="0" indent="0"/>
            <a:r>
              <a:rPr lang="en-US" dirty="0"/>
              <a:t>2- Randomly pick one neighbor.</a:t>
            </a:r>
          </a:p>
          <a:p>
            <a:pPr marL="0" indent="0"/>
            <a:r>
              <a:rPr lang="en-US" dirty="0"/>
              <a:t>3- </a:t>
            </a:r>
            <a:r>
              <a:rPr lang="en-US" b="1" dirty="0"/>
              <a:t>Add a data point</a:t>
            </a:r>
            <a:r>
              <a:rPr lang="en-US" dirty="0"/>
              <a:t> along the line in between.</a:t>
            </a:r>
          </a:p>
        </p:txBody>
      </p:sp>
      <p:pic>
        <p:nvPicPr>
          <p:cNvPr id="21" name="Picture 20" descr="A screenshot of a computer&#10;&#10;AI-generated content may be incorrect.">
            <a:extLst>
              <a:ext uri="{FF2B5EF4-FFF2-40B4-BE49-F238E27FC236}">
                <a16:creationId xmlns:a16="http://schemas.microsoft.com/office/drawing/2014/main" id="{6349458C-B80B-A19F-0317-A24749E47ADB}"/>
              </a:ext>
            </a:extLst>
          </p:cNvPr>
          <p:cNvPicPr>
            <a:picLocks noChangeAspect="1"/>
          </p:cNvPicPr>
          <p:nvPr/>
        </p:nvPicPr>
        <p:blipFill>
          <a:blip r:embed="rId4"/>
          <a:srcRect l="15760" t="8983" r="14070"/>
          <a:stretch/>
        </p:blipFill>
        <p:spPr>
          <a:xfrm>
            <a:off x="5999644" y="3172531"/>
            <a:ext cx="1540043" cy="15259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A88500F9-AE13-C39A-5A56-24965554F21A}"/>
            </a:ext>
          </a:extLst>
        </p:cNvPr>
        <p:cNvGrpSpPr/>
        <p:nvPr/>
      </p:nvGrpSpPr>
      <p:grpSpPr>
        <a:xfrm>
          <a:off x="0" y="0"/>
          <a:ext cx="0" cy="0"/>
          <a:chOff x="0" y="0"/>
          <a:chExt cx="0" cy="0"/>
        </a:xfrm>
      </p:grpSpPr>
      <p:sp>
        <p:nvSpPr>
          <p:cNvPr id="188" name="Google Shape;188;p32">
            <a:extLst>
              <a:ext uri="{FF2B5EF4-FFF2-40B4-BE49-F238E27FC236}">
                <a16:creationId xmlns:a16="http://schemas.microsoft.com/office/drawing/2014/main" id="{08D172CE-A988-EB98-F453-A3C76ADFD14B}"/>
              </a:ext>
            </a:extLst>
          </p:cNvPr>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Feature Name/Product</a:t>
            </a:r>
            <a:endParaRPr sz="700">
              <a:solidFill>
                <a:schemeClr val="dk1"/>
              </a:solidFill>
              <a:latin typeface="Roboto"/>
              <a:ea typeface="Roboto"/>
              <a:cs typeface="Roboto"/>
              <a:sym typeface="Roboto"/>
            </a:endParaRPr>
          </a:p>
        </p:txBody>
      </p:sp>
      <p:sp>
        <p:nvSpPr>
          <p:cNvPr id="189" name="Google Shape;189;p32">
            <a:extLst>
              <a:ext uri="{FF2B5EF4-FFF2-40B4-BE49-F238E27FC236}">
                <a16:creationId xmlns:a16="http://schemas.microsoft.com/office/drawing/2014/main" id="{8A137FD6-65AC-F844-29F6-D1B921BF8807}"/>
              </a:ext>
            </a:extLst>
          </p:cNvPr>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DD/MM/YYYY</a:t>
            </a:r>
            <a:endParaRPr sz="700">
              <a:solidFill>
                <a:schemeClr val="dk1"/>
              </a:solidFill>
              <a:latin typeface="Roboto"/>
              <a:ea typeface="Roboto"/>
              <a:cs typeface="Roboto"/>
              <a:sym typeface="Roboto"/>
            </a:endParaRPr>
          </a:p>
        </p:txBody>
      </p:sp>
      <p:sp>
        <p:nvSpPr>
          <p:cNvPr id="190" name="Google Shape;190;p32">
            <a:extLst>
              <a:ext uri="{FF2B5EF4-FFF2-40B4-BE49-F238E27FC236}">
                <a16:creationId xmlns:a16="http://schemas.microsoft.com/office/drawing/2014/main" id="{66A442FB-3EF3-4B4D-2E14-F23A8974B7C1}"/>
              </a:ext>
            </a:extLst>
          </p:cNvPr>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dk1"/>
                </a:solidFill>
                <a:latin typeface="Roboto"/>
                <a:ea typeface="Roboto"/>
                <a:cs typeface="Roboto"/>
                <a:sym typeface="Roboto"/>
              </a:rPr>
              <a:t>Your Company Name</a:t>
            </a:r>
            <a:endParaRPr sz="700">
              <a:solidFill>
                <a:schemeClr val="dk1"/>
              </a:solidFill>
              <a:latin typeface="Roboto"/>
              <a:ea typeface="Roboto"/>
              <a:cs typeface="Roboto"/>
              <a:sym typeface="Roboto"/>
            </a:endParaRPr>
          </a:p>
        </p:txBody>
      </p:sp>
      <p:sp>
        <p:nvSpPr>
          <p:cNvPr id="191" name="Google Shape;191;p32">
            <a:extLst>
              <a:ext uri="{FF2B5EF4-FFF2-40B4-BE49-F238E27FC236}">
                <a16:creationId xmlns:a16="http://schemas.microsoft.com/office/drawing/2014/main" id="{5D4482DE-B640-7974-38FD-8F13E095548D}"/>
              </a:ext>
            </a:extLst>
          </p:cNvPr>
          <p:cNvSpPr txBox="1">
            <a:spLocks noGrp="1"/>
          </p:cNvSpPr>
          <p:nvPr>
            <p:ph type="title"/>
          </p:nvPr>
        </p:nvSpPr>
        <p:spPr>
          <a:xfrm>
            <a:off x="722376" y="1861301"/>
            <a:ext cx="4131900" cy="156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Feature selection </a:t>
            </a:r>
          </a:p>
        </p:txBody>
      </p:sp>
      <p:sp>
        <p:nvSpPr>
          <p:cNvPr id="192" name="Google Shape;192;p32">
            <a:extLst>
              <a:ext uri="{FF2B5EF4-FFF2-40B4-BE49-F238E27FC236}">
                <a16:creationId xmlns:a16="http://schemas.microsoft.com/office/drawing/2014/main" id="{62C9D11B-1A0B-9BB2-55F0-5FFB499A3FAC}"/>
              </a:ext>
            </a:extLst>
          </p:cNvPr>
          <p:cNvSpPr txBox="1">
            <a:spLocks noGrp="1"/>
          </p:cNvSpPr>
          <p:nvPr>
            <p:ph type="title" idx="2"/>
          </p:nvPr>
        </p:nvSpPr>
        <p:spPr>
          <a:xfrm>
            <a:off x="722376" y="984098"/>
            <a:ext cx="1235700" cy="87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3</a:t>
            </a:r>
            <a:endParaRPr dirty="0"/>
          </a:p>
        </p:txBody>
      </p:sp>
    </p:spTree>
    <p:extLst>
      <p:ext uri="{BB962C8B-B14F-4D97-AF65-F5344CB8AC3E}">
        <p14:creationId xmlns:p14="http://schemas.microsoft.com/office/powerpoint/2010/main" val="7986432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95E4F72D-9BCB-4034-087C-AD0D0715C939}"/>
            </a:ext>
          </a:extLst>
        </p:cNvPr>
        <p:cNvGrpSpPr/>
        <p:nvPr/>
      </p:nvGrpSpPr>
      <p:grpSpPr>
        <a:xfrm>
          <a:off x="0" y="0"/>
          <a:ext cx="0" cy="0"/>
          <a:chOff x="0" y="0"/>
          <a:chExt cx="0" cy="0"/>
        </a:xfrm>
      </p:grpSpPr>
      <p:sp>
        <p:nvSpPr>
          <p:cNvPr id="237" name="Google Shape;237;p36">
            <a:extLst>
              <a:ext uri="{FF2B5EF4-FFF2-40B4-BE49-F238E27FC236}">
                <a16:creationId xmlns:a16="http://schemas.microsoft.com/office/drawing/2014/main" id="{3EAD8EDA-1636-04BD-5918-CFC1B25995C5}"/>
              </a:ext>
            </a:extLst>
          </p:cNvPr>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Feature Name/Product</a:t>
            </a:r>
            <a:endParaRPr sz="700">
              <a:solidFill>
                <a:schemeClr val="lt1"/>
              </a:solidFill>
              <a:latin typeface="Roboto"/>
              <a:ea typeface="Roboto"/>
              <a:cs typeface="Roboto"/>
              <a:sym typeface="Roboto"/>
            </a:endParaRPr>
          </a:p>
        </p:txBody>
      </p:sp>
      <p:sp>
        <p:nvSpPr>
          <p:cNvPr id="238" name="Google Shape;238;p36">
            <a:extLst>
              <a:ext uri="{FF2B5EF4-FFF2-40B4-BE49-F238E27FC236}">
                <a16:creationId xmlns:a16="http://schemas.microsoft.com/office/drawing/2014/main" id="{2EAF149E-3738-1BF3-09A6-C31C4E022C63}"/>
              </a:ext>
            </a:extLst>
          </p:cNvPr>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DD/MM/YYYY</a:t>
            </a:r>
            <a:endParaRPr sz="700">
              <a:solidFill>
                <a:schemeClr val="lt1"/>
              </a:solidFill>
              <a:latin typeface="Roboto"/>
              <a:ea typeface="Roboto"/>
              <a:cs typeface="Roboto"/>
              <a:sym typeface="Roboto"/>
            </a:endParaRPr>
          </a:p>
        </p:txBody>
      </p:sp>
      <p:sp>
        <p:nvSpPr>
          <p:cNvPr id="239" name="Google Shape;239;p36">
            <a:extLst>
              <a:ext uri="{FF2B5EF4-FFF2-40B4-BE49-F238E27FC236}">
                <a16:creationId xmlns:a16="http://schemas.microsoft.com/office/drawing/2014/main" id="{1B461E74-0C7C-84A7-4F8C-8E295B7B36A7}"/>
              </a:ext>
            </a:extLst>
          </p:cNvPr>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lt1"/>
                </a:solidFill>
                <a:latin typeface="Roboto"/>
                <a:ea typeface="Roboto"/>
                <a:cs typeface="Roboto"/>
                <a:sym typeface="Roboto"/>
              </a:rPr>
              <a:t>Your Company Name</a:t>
            </a:r>
            <a:endParaRPr sz="700">
              <a:solidFill>
                <a:schemeClr val="lt1"/>
              </a:solidFill>
              <a:latin typeface="Roboto"/>
              <a:ea typeface="Roboto"/>
              <a:cs typeface="Roboto"/>
              <a:sym typeface="Roboto"/>
            </a:endParaRPr>
          </a:p>
        </p:txBody>
      </p:sp>
      <p:sp>
        <p:nvSpPr>
          <p:cNvPr id="241" name="Google Shape;241;p36">
            <a:extLst>
              <a:ext uri="{FF2B5EF4-FFF2-40B4-BE49-F238E27FC236}">
                <a16:creationId xmlns:a16="http://schemas.microsoft.com/office/drawing/2014/main" id="{E968652A-3A41-FCC3-969E-EC948391422A}"/>
              </a:ext>
            </a:extLst>
          </p:cNvPr>
          <p:cNvSpPr txBox="1">
            <a:spLocks noGrp="1"/>
          </p:cNvSpPr>
          <p:nvPr>
            <p:ph type="title"/>
          </p:nvPr>
        </p:nvSpPr>
        <p:spPr>
          <a:xfrm>
            <a:off x="2914282" y="379301"/>
            <a:ext cx="331543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Preprocessing</a:t>
            </a:r>
            <a:endParaRPr dirty="0"/>
          </a:p>
        </p:txBody>
      </p:sp>
      <p:sp>
        <p:nvSpPr>
          <p:cNvPr id="242" name="Google Shape;242;p36">
            <a:extLst>
              <a:ext uri="{FF2B5EF4-FFF2-40B4-BE49-F238E27FC236}">
                <a16:creationId xmlns:a16="http://schemas.microsoft.com/office/drawing/2014/main" id="{ED5B03AF-4021-B1BF-A16B-60674CEB1320}"/>
              </a:ext>
            </a:extLst>
          </p:cNvPr>
          <p:cNvSpPr txBox="1">
            <a:spLocks noGrp="1"/>
          </p:cNvSpPr>
          <p:nvPr>
            <p:ph type="subTitle" idx="1"/>
          </p:nvPr>
        </p:nvSpPr>
        <p:spPr>
          <a:xfrm>
            <a:off x="730801" y="1680022"/>
            <a:ext cx="3322200" cy="9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RF provides a </a:t>
            </a:r>
            <a:r>
              <a:rPr lang="en-US" b="1" dirty="0"/>
              <a:t>measure of feature importance</a:t>
            </a:r>
            <a:r>
              <a:rPr lang="en-US" dirty="0"/>
              <a:t> based on how useful each feature is in improving the accuracy of the model. </a:t>
            </a:r>
          </a:p>
          <a:p>
            <a:pPr marL="0" lvl="0" indent="0" algn="l" rtl="0">
              <a:spcBef>
                <a:spcPts val="0"/>
              </a:spcBef>
              <a:spcAft>
                <a:spcPts val="0"/>
              </a:spcAft>
              <a:buNone/>
            </a:pPr>
            <a:endParaRPr dirty="0"/>
          </a:p>
        </p:txBody>
      </p:sp>
      <p:sp>
        <p:nvSpPr>
          <p:cNvPr id="246" name="Google Shape;246;p36">
            <a:extLst>
              <a:ext uri="{FF2B5EF4-FFF2-40B4-BE49-F238E27FC236}">
                <a16:creationId xmlns:a16="http://schemas.microsoft.com/office/drawing/2014/main" id="{74D7C1EB-7B55-53F4-C291-94A76C01665B}"/>
              </a:ext>
            </a:extLst>
          </p:cNvPr>
          <p:cNvSpPr txBox="1">
            <a:spLocks noGrp="1"/>
          </p:cNvSpPr>
          <p:nvPr>
            <p:ph type="subTitle" idx="5"/>
          </p:nvPr>
        </p:nvSpPr>
        <p:spPr>
          <a:xfrm>
            <a:off x="713236" y="1106906"/>
            <a:ext cx="3322199"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t>Random Forest</a:t>
            </a:r>
            <a:r>
              <a:rPr lang="en-US" dirty="0"/>
              <a:t>: Measured feature importance</a:t>
            </a:r>
            <a:endParaRPr dirty="0"/>
          </a:p>
        </p:txBody>
      </p:sp>
      <p:sp>
        <p:nvSpPr>
          <p:cNvPr id="18" name="Google Shape;246;p36">
            <a:extLst>
              <a:ext uri="{FF2B5EF4-FFF2-40B4-BE49-F238E27FC236}">
                <a16:creationId xmlns:a16="http://schemas.microsoft.com/office/drawing/2014/main" id="{EB1F166B-FEB0-6369-0FC4-1D0CD667AE40}"/>
              </a:ext>
            </a:extLst>
          </p:cNvPr>
          <p:cNvSpPr txBox="1">
            <a:spLocks/>
          </p:cNvSpPr>
          <p:nvPr/>
        </p:nvSpPr>
        <p:spPr>
          <a:xfrm>
            <a:off x="713235" y="2419099"/>
            <a:ext cx="3322200" cy="38429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Inter"/>
              <a:buNone/>
              <a:defRPr sz="1600" b="0" i="0" u="none" strike="noStrike" cap="none">
                <a:solidFill>
                  <a:schemeClr val="dk1"/>
                </a:solidFill>
                <a:latin typeface="Inter Medium"/>
                <a:ea typeface="Inter Medium"/>
                <a:cs typeface="Inter Medium"/>
                <a:sym typeface="Inter Medium"/>
              </a:defRPr>
            </a:lvl1pPr>
            <a:lvl2pPr marL="914400" marR="0" lvl="1"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2pPr>
            <a:lvl3pPr marL="1371600" marR="0" lvl="2"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3pPr>
            <a:lvl4pPr marL="1828800" marR="0" lvl="3"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4pPr>
            <a:lvl5pPr marL="2286000" marR="0" lvl="4"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5pPr>
            <a:lvl6pPr marL="2743200" marR="0" lvl="5"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6pPr>
            <a:lvl7pPr marL="3200400" marR="0" lvl="6"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7pPr>
            <a:lvl8pPr marL="3657600" marR="0" lvl="7"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8pPr>
            <a:lvl9pPr marL="4114800" marR="0" lvl="8"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9pPr>
          </a:lstStyle>
          <a:p>
            <a:pPr marL="0" indent="0" algn="ctr"/>
            <a:r>
              <a:rPr lang="en-US" dirty="0"/>
              <a:t>How it works  </a:t>
            </a:r>
          </a:p>
        </p:txBody>
      </p:sp>
      <p:sp>
        <p:nvSpPr>
          <p:cNvPr id="19" name="Google Shape;242;p36">
            <a:extLst>
              <a:ext uri="{FF2B5EF4-FFF2-40B4-BE49-F238E27FC236}">
                <a16:creationId xmlns:a16="http://schemas.microsoft.com/office/drawing/2014/main" id="{44186293-242C-AA64-A278-B044CE2042B2}"/>
              </a:ext>
            </a:extLst>
          </p:cNvPr>
          <p:cNvSpPr txBox="1">
            <a:spLocks/>
          </p:cNvSpPr>
          <p:nvPr/>
        </p:nvSpPr>
        <p:spPr>
          <a:xfrm>
            <a:off x="635441" y="2803395"/>
            <a:ext cx="3512920" cy="923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9pPr>
          </a:lstStyle>
          <a:p>
            <a:pPr marL="0" indent="0"/>
            <a:r>
              <a:rPr lang="en-US" dirty="0"/>
              <a:t>RF is an ensemble of decision trees. Each tree splits on features to reduce impurity.</a:t>
            </a:r>
          </a:p>
          <a:p>
            <a:pPr marL="0" indent="0"/>
            <a:r>
              <a:rPr lang="en-US" dirty="0"/>
              <a:t>Features that contribute more to reducing impurity get </a:t>
            </a:r>
            <a:r>
              <a:rPr lang="en-US" b="1" dirty="0"/>
              <a:t>higher importance scores</a:t>
            </a:r>
            <a:r>
              <a:rPr lang="en-US" dirty="0"/>
              <a:t>.</a:t>
            </a:r>
          </a:p>
        </p:txBody>
      </p:sp>
      <p:pic>
        <p:nvPicPr>
          <p:cNvPr id="3" name="Picture 2" descr="A graph of blue bars with white text&#10;&#10;AI-generated content may be incorrect.">
            <a:extLst>
              <a:ext uri="{FF2B5EF4-FFF2-40B4-BE49-F238E27FC236}">
                <a16:creationId xmlns:a16="http://schemas.microsoft.com/office/drawing/2014/main" id="{54302A69-1C5A-65F7-E385-5979236E2268}"/>
              </a:ext>
            </a:extLst>
          </p:cNvPr>
          <p:cNvPicPr>
            <a:picLocks noChangeAspect="1"/>
          </p:cNvPicPr>
          <p:nvPr/>
        </p:nvPicPr>
        <p:blipFill>
          <a:blip r:embed="rId3"/>
          <a:stretch>
            <a:fillRect/>
          </a:stretch>
        </p:blipFill>
        <p:spPr>
          <a:xfrm>
            <a:off x="4226156" y="1106906"/>
            <a:ext cx="4187044" cy="2660061"/>
          </a:xfrm>
          <a:prstGeom prst="rect">
            <a:avLst/>
          </a:prstGeom>
        </p:spPr>
      </p:pic>
    </p:spTree>
    <p:extLst>
      <p:ext uri="{BB962C8B-B14F-4D97-AF65-F5344CB8AC3E}">
        <p14:creationId xmlns:p14="http://schemas.microsoft.com/office/powerpoint/2010/main" val="3714262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B6E0A3F7-8105-05D7-821E-2260D404C3DA}"/>
            </a:ext>
          </a:extLst>
        </p:cNvPr>
        <p:cNvGrpSpPr/>
        <p:nvPr/>
      </p:nvGrpSpPr>
      <p:grpSpPr>
        <a:xfrm>
          <a:off x="0" y="0"/>
          <a:ext cx="0" cy="0"/>
          <a:chOff x="0" y="0"/>
          <a:chExt cx="0" cy="0"/>
        </a:xfrm>
      </p:grpSpPr>
      <p:sp>
        <p:nvSpPr>
          <p:cNvPr id="237" name="Google Shape;237;p36">
            <a:extLst>
              <a:ext uri="{FF2B5EF4-FFF2-40B4-BE49-F238E27FC236}">
                <a16:creationId xmlns:a16="http://schemas.microsoft.com/office/drawing/2014/main" id="{9A11A653-AEDE-4F18-4A02-0C910EEE6706}"/>
              </a:ext>
            </a:extLst>
          </p:cNvPr>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Feature Name/Product</a:t>
            </a:r>
            <a:endParaRPr sz="700">
              <a:solidFill>
                <a:schemeClr val="lt1"/>
              </a:solidFill>
              <a:latin typeface="Roboto"/>
              <a:ea typeface="Roboto"/>
              <a:cs typeface="Roboto"/>
              <a:sym typeface="Roboto"/>
            </a:endParaRPr>
          </a:p>
        </p:txBody>
      </p:sp>
      <p:sp>
        <p:nvSpPr>
          <p:cNvPr id="238" name="Google Shape;238;p36">
            <a:extLst>
              <a:ext uri="{FF2B5EF4-FFF2-40B4-BE49-F238E27FC236}">
                <a16:creationId xmlns:a16="http://schemas.microsoft.com/office/drawing/2014/main" id="{413D4EAC-FF0C-B65D-D412-2C7BE7B50E22}"/>
              </a:ext>
            </a:extLst>
          </p:cNvPr>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DD/MM/YYYY</a:t>
            </a:r>
            <a:endParaRPr sz="700">
              <a:solidFill>
                <a:schemeClr val="lt1"/>
              </a:solidFill>
              <a:latin typeface="Roboto"/>
              <a:ea typeface="Roboto"/>
              <a:cs typeface="Roboto"/>
              <a:sym typeface="Roboto"/>
            </a:endParaRPr>
          </a:p>
        </p:txBody>
      </p:sp>
      <p:sp>
        <p:nvSpPr>
          <p:cNvPr id="239" name="Google Shape;239;p36">
            <a:extLst>
              <a:ext uri="{FF2B5EF4-FFF2-40B4-BE49-F238E27FC236}">
                <a16:creationId xmlns:a16="http://schemas.microsoft.com/office/drawing/2014/main" id="{9323BA1C-61D9-57FB-BCC0-08DAA46D2A38}"/>
              </a:ext>
            </a:extLst>
          </p:cNvPr>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lt1"/>
                </a:solidFill>
                <a:latin typeface="Roboto"/>
                <a:ea typeface="Roboto"/>
                <a:cs typeface="Roboto"/>
                <a:sym typeface="Roboto"/>
              </a:rPr>
              <a:t>Your Company Name</a:t>
            </a:r>
            <a:endParaRPr sz="700">
              <a:solidFill>
                <a:schemeClr val="lt1"/>
              </a:solidFill>
              <a:latin typeface="Roboto"/>
              <a:ea typeface="Roboto"/>
              <a:cs typeface="Roboto"/>
              <a:sym typeface="Roboto"/>
            </a:endParaRPr>
          </a:p>
        </p:txBody>
      </p:sp>
      <p:sp>
        <p:nvSpPr>
          <p:cNvPr id="241" name="Google Shape;241;p36">
            <a:extLst>
              <a:ext uri="{FF2B5EF4-FFF2-40B4-BE49-F238E27FC236}">
                <a16:creationId xmlns:a16="http://schemas.microsoft.com/office/drawing/2014/main" id="{C4898D2B-CE88-839C-8C64-6331540C0B5D}"/>
              </a:ext>
            </a:extLst>
          </p:cNvPr>
          <p:cNvSpPr txBox="1">
            <a:spLocks noGrp="1"/>
          </p:cNvSpPr>
          <p:nvPr>
            <p:ph type="title"/>
          </p:nvPr>
        </p:nvSpPr>
        <p:spPr>
          <a:xfrm>
            <a:off x="2914282" y="379301"/>
            <a:ext cx="331543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 Preprocessing</a:t>
            </a:r>
            <a:endParaRPr dirty="0"/>
          </a:p>
        </p:txBody>
      </p:sp>
      <p:sp>
        <p:nvSpPr>
          <p:cNvPr id="242" name="Google Shape;242;p36">
            <a:extLst>
              <a:ext uri="{FF2B5EF4-FFF2-40B4-BE49-F238E27FC236}">
                <a16:creationId xmlns:a16="http://schemas.microsoft.com/office/drawing/2014/main" id="{FA788A66-B242-4F63-3890-4903D7D4D78D}"/>
              </a:ext>
            </a:extLst>
          </p:cNvPr>
          <p:cNvSpPr txBox="1">
            <a:spLocks noGrp="1"/>
          </p:cNvSpPr>
          <p:nvPr>
            <p:ph type="subTitle" idx="1"/>
          </p:nvPr>
        </p:nvSpPr>
        <p:spPr>
          <a:xfrm>
            <a:off x="730801" y="1495699"/>
            <a:ext cx="3322200" cy="923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Principal Component Analysis (PCA)</a:t>
            </a:r>
            <a:r>
              <a:rPr lang="en-US" dirty="0"/>
              <a:t> reduces the number of features while keeping the most important information from the data.</a:t>
            </a:r>
            <a:endParaRPr dirty="0"/>
          </a:p>
        </p:txBody>
      </p:sp>
      <p:sp>
        <p:nvSpPr>
          <p:cNvPr id="246" name="Google Shape;246;p36">
            <a:extLst>
              <a:ext uri="{FF2B5EF4-FFF2-40B4-BE49-F238E27FC236}">
                <a16:creationId xmlns:a16="http://schemas.microsoft.com/office/drawing/2014/main" id="{DC06A9D5-2E8E-A6AA-068C-D7F6AECAB208}"/>
              </a:ext>
            </a:extLst>
          </p:cNvPr>
          <p:cNvSpPr txBox="1">
            <a:spLocks noGrp="1"/>
          </p:cNvSpPr>
          <p:nvPr>
            <p:ph type="subTitle" idx="5"/>
          </p:nvPr>
        </p:nvSpPr>
        <p:spPr>
          <a:xfrm>
            <a:off x="713236" y="952001"/>
            <a:ext cx="3322199" cy="57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t>PCA </a:t>
            </a:r>
            <a:endParaRPr dirty="0"/>
          </a:p>
        </p:txBody>
      </p:sp>
      <p:sp>
        <p:nvSpPr>
          <p:cNvPr id="18" name="Google Shape;246;p36">
            <a:extLst>
              <a:ext uri="{FF2B5EF4-FFF2-40B4-BE49-F238E27FC236}">
                <a16:creationId xmlns:a16="http://schemas.microsoft.com/office/drawing/2014/main" id="{0BEC3674-06BB-DB42-4C47-634B25066696}"/>
              </a:ext>
            </a:extLst>
          </p:cNvPr>
          <p:cNvSpPr txBox="1">
            <a:spLocks/>
          </p:cNvSpPr>
          <p:nvPr/>
        </p:nvSpPr>
        <p:spPr>
          <a:xfrm>
            <a:off x="713235" y="2230694"/>
            <a:ext cx="3322200" cy="38429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Inter"/>
              <a:buNone/>
              <a:defRPr sz="1600" b="0" i="0" u="none" strike="noStrike" cap="none">
                <a:solidFill>
                  <a:schemeClr val="dk1"/>
                </a:solidFill>
                <a:latin typeface="Inter Medium"/>
                <a:ea typeface="Inter Medium"/>
                <a:cs typeface="Inter Medium"/>
                <a:sym typeface="Inter Medium"/>
              </a:defRPr>
            </a:lvl1pPr>
            <a:lvl2pPr marL="914400" marR="0" lvl="1"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2pPr>
            <a:lvl3pPr marL="1371600" marR="0" lvl="2"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3pPr>
            <a:lvl4pPr marL="1828800" marR="0" lvl="3"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4pPr>
            <a:lvl5pPr marL="2286000" marR="0" lvl="4"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5pPr>
            <a:lvl6pPr marL="2743200" marR="0" lvl="5"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6pPr>
            <a:lvl7pPr marL="3200400" marR="0" lvl="6"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7pPr>
            <a:lvl8pPr marL="3657600" marR="0" lvl="7"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8pPr>
            <a:lvl9pPr marL="4114800" marR="0" lvl="8"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9pPr>
          </a:lstStyle>
          <a:p>
            <a:pPr marL="0" indent="0" algn="ctr"/>
            <a:r>
              <a:rPr lang="en-US" dirty="0"/>
              <a:t>How it works  </a:t>
            </a:r>
          </a:p>
        </p:txBody>
      </p:sp>
      <p:sp>
        <p:nvSpPr>
          <p:cNvPr id="19" name="Google Shape;242;p36">
            <a:extLst>
              <a:ext uri="{FF2B5EF4-FFF2-40B4-BE49-F238E27FC236}">
                <a16:creationId xmlns:a16="http://schemas.microsoft.com/office/drawing/2014/main" id="{E8005FA8-977D-A194-DEEE-D737A34271BF}"/>
              </a:ext>
            </a:extLst>
          </p:cNvPr>
          <p:cNvSpPr txBox="1">
            <a:spLocks/>
          </p:cNvSpPr>
          <p:nvPr/>
        </p:nvSpPr>
        <p:spPr>
          <a:xfrm>
            <a:off x="635441" y="2614990"/>
            <a:ext cx="3512920" cy="12331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9pPr>
          </a:lstStyle>
          <a:p>
            <a:pPr marL="0" indent="0"/>
            <a:r>
              <a:rPr lang="en-US" dirty="0"/>
              <a:t>Each </a:t>
            </a:r>
            <a:r>
              <a:rPr lang="en-US" b="1" dirty="0"/>
              <a:t>PCA component</a:t>
            </a:r>
            <a:r>
              <a:rPr lang="en-US" dirty="0"/>
              <a:t> is a </a:t>
            </a:r>
            <a:r>
              <a:rPr lang="en-US" b="1" dirty="0"/>
              <a:t>new feature</a:t>
            </a:r>
            <a:r>
              <a:rPr lang="en-US" dirty="0"/>
              <a:t> created by combining original features.</a:t>
            </a:r>
          </a:p>
          <a:p>
            <a:pPr marL="0" indent="0"/>
            <a:endParaRPr lang="en-US" dirty="0"/>
          </a:p>
          <a:p>
            <a:pPr marL="0" indent="0"/>
            <a:r>
              <a:rPr lang="en-US" dirty="0"/>
              <a:t>Components are </a:t>
            </a:r>
            <a:r>
              <a:rPr lang="en-US" b="1" dirty="0"/>
              <a:t>ranked by how much variance (information)</a:t>
            </a:r>
            <a:r>
              <a:rPr lang="en-US" dirty="0"/>
              <a:t> they explain from the original data.</a:t>
            </a:r>
          </a:p>
        </p:txBody>
      </p:sp>
      <p:pic>
        <p:nvPicPr>
          <p:cNvPr id="4" name="Picture 3" descr="A graph with a line&#10;&#10;AI-generated content may be incorrect.">
            <a:extLst>
              <a:ext uri="{FF2B5EF4-FFF2-40B4-BE49-F238E27FC236}">
                <a16:creationId xmlns:a16="http://schemas.microsoft.com/office/drawing/2014/main" id="{CB627061-1E83-A8F5-8130-AB9F34704931}"/>
              </a:ext>
            </a:extLst>
          </p:cNvPr>
          <p:cNvPicPr>
            <a:picLocks noChangeAspect="1"/>
          </p:cNvPicPr>
          <p:nvPr/>
        </p:nvPicPr>
        <p:blipFill>
          <a:blip r:embed="rId3"/>
          <a:stretch>
            <a:fillRect/>
          </a:stretch>
        </p:blipFill>
        <p:spPr>
          <a:xfrm>
            <a:off x="4387887" y="1103577"/>
            <a:ext cx="3683659" cy="3022825"/>
          </a:xfrm>
          <a:prstGeom prst="rect">
            <a:avLst/>
          </a:prstGeom>
        </p:spPr>
      </p:pic>
    </p:spTree>
    <p:extLst>
      <p:ext uri="{BB962C8B-B14F-4D97-AF65-F5344CB8AC3E}">
        <p14:creationId xmlns:p14="http://schemas.microsoft.com/office/powerpoint/2010/main" val="737250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D0B1D352-9272-0259-34CD-A0A1F8105546}"/>
            </a:ext>
          </a:extLst>
        </p:cNvPr>
        <p:cNvGrpSpPr/>
        <p:nvPr/>
      </p:nvGrpSpPr>
      <p:grpSpPr>
        <a:xfrm>
          <a:off x="0" y="0"/>
          <a:ext cx="0" cy="0"/>
          <a:chOff x="0" y="0"/>
          <a:chExt cx="0" cy="0"/>
        </a:xfrm>
      </p:grpSpPr>
      <p:sp>
        <p:nvSpPr>
          <p:cNvPr id="188" name="Google Shape;188;p32">
            <a:extLst>
              <a:ext uri="{FF2B5EF4-FFF2-40B4-BE49-F238E27FC236}">
                <a16:creationId xmlns:a16="http://schemas.microsoft.com/office/drawing/2014/main" id="{6A1E8EC5-ADEE-4ABB-57BC-CD91BEB2454E}"/>
              </a:ext>
            </a:extLst>
          </p:cNvPr>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Feature Name/Product</a:t>
            </a:r>
            <a:endParaRPr sz="700">
              <a:solidFill>
                <a:schemeClr val="dk1"/>
              </a:solidFill>
              <a:latin typeface="Roboto"/>
              <a:ea typeface="Roboto"/>
              <a:cs typeface="Roboto"/>
              <a:sym typeface="Roboto"/>
            </a:endParaRPr>
          </a:p>
        </p:txBody>
      </p:sp>
      <p:sp>
        <p:nvSpPr>
          <p:cNvPr id="189" name="Google Shape;189;p32">
            <a:extLst>
              <a:ext uri="{FF2B5EF4-FFF2-40B4-BE49-F238E27FC236}">
                <a16:creationId xmlns:a16="http://schemas.microsoft.com/office/drawing/2014/main" id="{F160A2C6-C943-7829-9194-36D83319A57E}"/>
              </a:ext>
            </a:extLst>
          </p:cNvPr>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DD/MM/YYYY</a:t>
            </a:r>
            <a:endParaRPr sz="700">
              <a:solidFill>
                <a:schemeClr val="dk1"/>
              </a:solidFill>
              <a:latin typeface="Roboto"/>
              <a:ea typeface="Roboto"/>
              <a:cs typeface="Roboto"/>
              <a:sym typeface="Roboto"/>
            </a:endParaRPr>
          </a:p>
        </p:txBody>
      </p:sp>
      <p:sp>
        <p:nvSpPr>
          <p:cNvPr id="190" name="Google Shape;190;p32">
            <a:extLst>
              <a:ext uri="{FF2B5EF4-FFF2-40B4-BE49-F238E27FC236}">
                <a16:creationId xmlns:a16="http://schemas.microsoft.com/office/drawing/2014/main" id="{C6BF139C-8112-4A69-4D54-4A7B3AC81BF0}"/>
              </a:ext>
            </a:extLst>
          </p:cNvPr>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dk1"/>
                </a:solidFill>
                <a:latin typeface="Roboto"/>
                <a:ea typeface="Roboto"/>
                <a:cs typeface="Roboto"/>
                <a:sym typeface="Roboto"/>
              </a:rPr>
              <a:t>Your Company Name</a:t>
            </a:r>
            <a:endParaRPr sz="700">
              <a:solidFill>
                <a:schemeClr val="dk1"/>
              </a:solidFill>
              <a:latin typeface="Roboto"/>
              <a:ea typeface="Roboto"/>
              <a:cs typeface="Roboto"/>
              <a:sym typeface="Roboto"/>
            </a:endParaRPr>
          </a:p>
        </p:txBody>
      </p:sp>
      <p:sp>
        <p:nvSpPr>
          <p:cNvPr id="191" name="Google Shape;191;p32">
            <a:extLst>
              <a:ext uri="{FF2B5EF4-FFF2-40B4-BE49-F238E27FC236}">
                <a16:creationId xmlns:a16="http://schemas.microsoft.com/office/drawing/2014/main" id="{BFAE2930-66C4-06A3-9A4A-F81D86168217}"/>
              </a:ext>
            </a:extLst>
          </p:cNvPr>
          <p:cNvSpPr txBox="1">
            <a:spLocks noGrp="1"/>
          </p:cNvSpPr>
          <p:nvPr>
            <p:ph type="title"/>
          </p:nvPr>
        </p:nvSpPr>
        <p:spPr>
          <a:xfrm>
            <a:off x="722376" y="1861301"/>
            <a:ext cx="4131900" cy="156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Models Used </a:t>
            </a:r>
          </a:p>
        </p:txBody>
      </p:sp>
      <p:sp>
        <p:nvSpPr>
          <p:cNvPr id="192" name="Google Shape;192;p32">
            <a:extLst>
              <a:ext uri="{FF2B5EF4-FFF2-40B4-BE49-F238E27FC236}">
                <a16:creationId xmlns:a16="http://schemas.microsoft.com/office/drawing/2014/main" id="{71FAC811-2955-A75C-541C-1161A92235AA}"/>
              </a:ext>
            </a:extLst>
          </p:cNvPr>
          <p:cNvSpPr txBox="1">
            <a:spLocks noGrp="1"/>
          </p:cNvSpPr>
          <p:nvPr>
            <p:ph type="title" idx="2"/>
          </p:nvPr>
        </p:nvSpPr>
        <p:spPr>
          <a:xfrm>
            <a:off x="722376" y="984098"/>
            <a:ext cx="1235700" cy="87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4</a:t>
            </a:r>
            <a:endParaRPr dirty="0"/>
          </a:p>
        </p:txBody>
      </p:sp>
    </p:spTree>
    <p:extLst>
      <p:ext uri="{BB962C8B-B14F-4D97-AF65-F5344CB8AC3E}">
        <p14:creationId xmlns:p14="http://schemas.microsoft.com/office/powerpoint/2010/main" val="3247995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D88E6734-9DE5-30D5-2D90-A11978187022}"/>
            </a:ext>
          </a:extLst>
        </p:cNvPr>
        <p:cNvGrpSpPr/>
        <p:nvPr/>
      </p:nvGrpSpPr>
      <p:grpSpPr>
        <a:xfrm>
          <a:off x="0" y="0"/>
          <a:ext cx="0" cy="0"/>
          <a:chOff x="0" y="0"/>
          <a:chExt cx="0" cy="0"/>
        </a:xfrm>
      </p:grpSpPr>
      <p:sp>
        <p:nvSpPr>
          <p:cNvPr id="237" name="Google Shape;237;p36">
            <a:extLst>
              <a:ext uri="{FF2B5EF4-FFF2-40B4-BE49-F238E27FC236}">
                <a16:creationId xmlns:a16="http://schemas.microsoft.com/office/drawing/2014/main" id="{34EEB9F0-93A0-95DD-AE78-D4073A5D533B}"/>
              </a:ext>
            </a:extLst>
          </p:cNvPr>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Feature Name/Product</a:t>
            </a:r>
            <a:endParaRPr sz="700">
              <a:solidFill>
                <a:schemeClr val="lt1"/>
              </a:solidFill>
              <a:latin typeface="Roboto"/>
              <a:ea typeface="Roboto"/>
              <a:cs typeface="Roboto"/>
              <a:sym typeface="Roboto"/>
            </a:endParaRPr>
          </a:p>
        </p:txBody>
      </p:sp>
      <p:sp>
        <p:nvSpPr>
          <p:cNvPr id="238" name="Google Shape;238;p36">
            <a:extLst>
              <a:ext uri="{FF2B5EF4-FFF2-40B4-BE49-F238E27FC236}">
                <a16:creationId xmlns:a16="http://schemas.microsoft.com/office/drawing/2014/main" id="{D6949983-559C-778C-B4F9-5E6EE8294865}"/>
              </a:ext>
            </a:extLst>
          </p:cNvPr>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DD/MM/YYYY</a:t>
            </a:r>
            <a:endParaRPr sz="700">
              <a:solidFill>
                <a:schemeClr val="lt1"/>
              </a:solidFill>
              <a:latin typeface="Roboto"/>
              <a:ea typeface="Roboto"/>
              <a:cs typeface="Roboto"/>
              <a:sym typeface="Roboto"/>
            </a:endParaRPr>
          </a:p>
        </p:txBody>
      </p:sp>
      <p:sp>
        <p:nvSpPr>
          <p:cNvPr id="239" name="Google Shape;239;p36">
            <a:extLst>
              <a:ext uri="{FF2B5EF4-FFF2-40B4-BE49-F238E27FC236}">
                <a16:creationId xmlns:a16="http://schemas.microsoft.com/office/drawing/2014/main" id="{A332FD5D-8635-2D25-AC4A-9F76B4ED8AF6}"/>
              </a:ext>
            </a:extLst>
          </p:cNvPr>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lt1"/>
                </a:solidFill>
                <a:latin typeface="Roboto"/>
                <a:ea typeface="Roboto"/>
                <a:cs typeface="Roboto"/>
                <a:sym typeface="Roboto"/>
              </a:rPr>
              <a:t>Your Company Name</a:t>
            </a:r>
            <a:endParaRPr sz="700">
              <a:solidFill>
                <a:schemeClr val="lt1"/>
              </a:solidFill>
              <a:latin typeface="Roboto"/>
              <a:ea typeface="Roboto"/>
              <a:cs typeface="Roboto"/>
              <a:sym typeface="Roboto"/>
            </a:endParaRPr>
          </a:p>
        </p:txBody>
      </p:sp>
      <p:sp>
        <p:nvSpPr>
          <p:cNvPr id="241" name="Google Shape;241;p36">
            <a:extLst>
              <a:ext uri="{FF2B5EF4-FFF2-40B4-BE49-F238E27FC236}">
                <a16:creationId xmlns:a16="http://schemas.microsoft.com/office/drawing/2014/main" id="{50567063-C042-EFCA-6CA9-213F0103C08B}"/>
              </a:ext>
            </a:extLst>
          </p:cNvPr>
          <p:cNvSpPr txBox="1">
            <a:spLocks noGrp="1"/>
          </p:cNvSpPr>
          <p:nvPr>
            <p:ph type="title"/>
          </p:nvPr>
        </p:nvSpPr>
        <p:spPr>
          <a:xfrm>
            <a:off x="2960135" y="315439"/>
            <a:ext cx="245675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t>Models Used </a:t>
            </a:r>
            <a:endParaRPr dirty="0"/>
          </a:p>
        </p:txBody>
      </p:sp>
      <p:sp>
        <p:nvSpPr>
          <p:cNvPr id="242" name="Google Shape;242;p36">
            <a:extLst>
              <a:ext uri="{FF2B5EF4-FFF2-40B4-BE49-F238E27FC236}">
                <a16:creationId xmlns:a16="http://schemas.microsoft.com/office/drawing/2014/main" id="{6CC022C9-CB17-010A-8054-3D89BE6B9CAA}"/>
              </a:ext>
            </a:extLst>
          </p:cNvPr>
          <p:cNvSpPr txBox="1">
            <a:spLocks noGrp="1"/>
          </p:cNvSpPr>
          <p:nvPr>
            <p:ph type="subTitle" idx="1"/>
          </p:nvPr>
        </p:nvSpPr>
        <p:spPr>
          <a:xfrm>
            <a:off x="730500" y="1275835"/>
            <a:ext cx="3322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linear model that predicts the probability of a binary outcome using a logistic function.</a:t>
            </a:r>
            <a:endParaRPr dirty="0"/>
          </a:p>
        </p:txBody>
      </p:sp>
      <p:sp>
        <p:nvSpPr>
          <p:cNvPr id="246" name="Google Shape;246;p36">
            <a:extLst>
              <a:ext uri="{FF2B5EF4-FFF2-40B4-BE49-F238E27FC236}">
                <a16:creationId xmlns:a16="http://schemas.microsoft.com/office/drawing/2014/main" id="{392C10C3-6E5B-B976-1768-F7ACC28D6BB3}"/>
              </a:ext>
            </a:extLst>
          </p:cNvPr>
          <p:cNvSpPr txBox="1">
            <a:spLocks noGrp="1"/>
          </p:cNvSpPr>
          <p:nvPr>
            <p:ph type="subTitle" idx="5"/>
          </p:nvPr>
        </p:nvSpPr>
        <p:spPr>
          <a:xfrm>
            <a:off x="635441" y="928028"/>
            <a:ext cx="3322199" cy="43972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t>Logistic Regression  </a:t>
            </a:r>
            <a:endParaRPr dirty="0"/>
          </a:p>
        </p:txBody>
      </p:sp>
      <p:sp>
        <p:nvSpPr>
          <p:cNvPr id="18" name="Google Shape;246;p36">
            <a:extLst>
              <a:ext uri="{FF2B5EF4-FFF2-40B4-BE49-F238E27FC236}">
                <a16:creationId xmlns:a16="http://schemas.microsoft.com/office/drawing/2014/main" id="{F0EF470B-A932-6BD7-BC7C-D09D2A90FFF9}"/>
              </a:ext>
            </a:extLst>
          </p:cNvPr>
          <p:cNvSpPr txBox="1">
            <a:spLocks/>
          </p:cNvSpPr>
          <p:nvPr/>
        </p:nvSpPr>
        <p:spPr>
          <a:xfrm>
            <a:off x="707175" y="2142736"/>
            <a:ext cx="3322200" cy="38429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Inter"/>
              <a:buNone/>
              <a:defRPr sz="1600" b="0" i="0" u="none" strike="noStrike" cap="none">
                <a:solidFill>
                  <a:schemeClr val="dk1"/>
                </a:solidFill>
                <a:latin typeface="Inter Medium"/>
                <a:ea typeface="Inter Medium"/>
                <a:cs typeface="Inter Medium"/>
                <a:sym typeface="Inter Medium"/>
              </a:defRPr>
            </a:lvl1pPr>
            <a:lvl2pPr marL="914400" marR="0" lvl="1"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2pPr>
            <a:lvl3pPr marL="1371600" marR="0" lvl="2"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3pPr>
            <a:lvl4pPr marL="1828800" marR="0" lvl="3"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4pPr>
            <a:lvl5pPr marL="2286000" marR="0" lvl="4"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5pPr>
            <a:lvl6pPr marL="2743200" marR="0" lvl="5"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6pPr>
            <a:lvl7pPr marL="3200400" marR="0" lvl="6"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7pPr>
            <a:lvl8pPr marL="3657600" marR="0" lvl="7"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8pPr>
            <a:lvl9pPr marL="4114800" marR="0" lvl="8"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9pPr>
          </a:lstStyle>
          <a:p>
            <a:pPr marL="0" indent="0" algn="ctr"/>
            <a:r>
              <a:rPr lang="en-US" dirty="0"/>
              <a:t>SVM </a:t>
            </a:r>
          </a:p>
        </p:txBody>
      </p:sp>
      <p:sp>
        <p:nvSpPr>
          <p:cNvPr id="19" name="Google Shape;242;p36">
            <a:extLst>
              <a:ext uri="{FF2B5EF4-FFF2-40B4-BE49-F238E27FC236}">
                <a16:creationId xmlns:a16="http://schemas.microsoft.com/office/drawing/2014/main" id="{42434DA2-5C5D-5EA5-BCA6-D63A6ED71D8B}"/>
              </a:ext>
            </a:extLst>
          </p:cNvPr>
          <p:cNvSpPr txBox="1">
            <a:spLocks/>
          </p:cNvSpPr>
          <p:nvPr/>
        </p:nvSpPr>
        <p:spPr>
          <a:xfrm>
            <a:off x="675593" y="2433628"/>
            <a:ext cx="3512920" cy="7059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9pPr>
          </a:lstStyle>
          <a:p>
            <a:pPr marL="0" indent="0"/>
            <a:r>
              <a:rPr lang="en-US" dirty="0"/>
              <a:t>Finds the optimal boundary (hyperplane) that best separates the classes with maximum margin..</a:t>
            </a:r>
          </a:p>
        </p:txBody>
      </p:sp>
      <p:sp>
        <p:nvSpPr>
          <p:cNvPr id="2" name="Google Shape;246;p36">
            <a:extLst>
              <a:ext uri="{FF2B5EF4-FFF2-40B4-BE49-F238E27FC236}">
                <a16:creationId xmlns:a16="http://schemas.microsoft.com/office/drawing/2014/main" id="{33C0D373-4C70-4828-2D0A-FF0D6F833F7A}"/>
              </a:ext>
            </a:extLst>
          </p:cNvPr>
          <p:cNvSpPr txBox="1">
            <a:spLocks/>
          </p:cNvSpPr>
          <p:nvPr/>
        </p:nvSpPr>
        <p:spPr>
          <a:xfrm>
            <a:off x="551745" y="3483369"/>
            <a:ext cx="3322200" cy="38429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Inter"/>
              <a:buNone/>
              <a:defRPr sz="1600" b="0" i="0" u="none" strike="noStrike" cap="none">
                <a:solidFill>
                  <a:schemeClr val="dk1"/>
                </a:solidFill>
                <a:latin typeface="Inter Medium"/>
                <a:ea typeface="Inter Medium"/>
                <a:cs typeface="Inter Medium"/>
                <a:sym typeface="Inter Medium"/>
              </a:defRPr>
            </a:lvl1pPr>
            <a:lvl2pPr marL="914400" marR="0" lvl="1"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2pPr>
            <a:lvl3pPr marL="1371600" marR="0" lvl="2"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3pPr>
            <a:lvl4pPr marL="1828800" marR="0" lvl="3"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4pPr>
            <a:lvl5pPr marL="2286000" marR="0" lvl="4"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5pPr>
            <a:lvl6pPr marL="2743200" marR="0" lvl="5"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6pPr>
            <a:lvl7pPr marL="3200400" marR="0" lvl="6"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7pPr>
            <a:lvl8pPr marL="3657600" marR="0" lvl="7"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8pPr>
            <a:lvl9pPr marL="4114800" marR="0" lvl="8"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9pPr>
          </a:lstStyle>
          <a:p>
            <a:pPr marL="0" indent="0" algn="ctr"/>
            <a:r>
              <a:rPr lang="en" sz="1600" dirty="0">
                <a:solidFill>
                  <a:schemeClr val="dk1"/>
                </a:solidFill>
                <a:latin typeface="Inter Medium"/>
                <a:ea typeface="Inter Medium"/>
                <a:cs typeface="Inter Medium"/>
                <a:sym typeface="Inter Medium"/>
              </a:rPr>
              <a:t>Decision</a:t>
            </a:r>
            <a:r>
              <a:rPr lang="en-US" dirty="0"/>
              <a:t> Tree  </a:t>
            </a:r>
          </a:p>
        </p:txBody>
      </p:sp>
      <p:sp>
        <p:nvSpPr>
          <p:cNvPr id="3" name="Google Shape;242;p36">
            <a:extLst>
              <a:ext uri="{FF2B5EF4-FFF2-40B4-BE49-F238E27FC236}">
                <a16:creationId xmlns:a16="http://schemas.microsoft.com/office/drawing/2014/main" id="{82C5054B-9AB2-3544-36FE-D3D87F19EB63}"/>
              </a:ext>
            </a:extLst>
          </p:cNvPr>
          <p:cNvSpPr txBox="1">
            <a:spLocks/>
          </p:cNvSpPr>
          <p:nvPr/>
        </p:nvSpPr>
        <p:spPr>
          <a:xfrm>
            <a:off x="635140" y="3750029"/>
            <a:ext cx="3512920" cy="7059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9pPr>
          </a:lstStyle>
          <a:p>
            <a:pPr marL="0" indent="0"/>
            <a:r>
              <a:rPr lang="en-US" dirty="0"/>
              <a:t>A tree-based model that makes decisions by splitting data into branches based on feature values.</a:t>
            </a:r>
          </a:p>
        </p:txBody>
      </p:sp>
      <p:pic>
        <p:nvPicPr>
          <p:cNvPr id="6" name="Picture 5" descr="A number of numbers in a row&#10;&#10;AI-generated content may be incorrect.">
            <a:extLst>
              <a:ext uri="{FF2B5EF4-FFF2-40B4-BE49-F238E27FC236}">
                <a16:creationId xmlns:a16="http://schemas.microsoft.com/office/drawing/2014/main" id="{A25CE1EB-811F-DB4D-C3A7-7C21B2486FBB}"/>
              </a:ext>
            </a:extLst>
          </p:cNvPr>
          <p:cNvPicPr>
            <a:picLocks noChangeAspect="1"/>
          </p:cNvPicPr>
          <p:nvPr/>
        </p:nvPicPr>
        <p:blipFill>
          <a:blip r:embed="rId3"/>
          <a:stretch>
            <a:fillRect/>
          </a:stretch>
        </p:blipFill>
        <p:spPr>
          <a:xfrm>
            <a:off x="4873062" y="941243"/>
            <a:ext cx="3115906" cy="1098371"/>
          </a:xfrm>
          <a:prstGeom prst="rect">
            <a:avLst/>
          </a:prstGeom>
        </p:spPr>
      </p:pic>
      <p:pic>
        <p:nvPicPr>
          <p:cNvPr id="8" name="Picture 7" descr="A screenshot of a graph&#10;&#10;AI-generated content may be incorrect.">
            <a:extLst>
              <a:ext uri="{FF2B5EF4-FFF2-40B4-BE49-F238E27FC236}">
                <a16:creationId xmlns:a16="http://schemas.microsoft.com/office/drawing/2014/main" id="{6631B168-FAEF-1508-0CBA-D56FF0373143}"/>
              </a:ext>
            </a:extLst>
          </p:cNvPr>
          <p:cNvPicPr>
            <a:picLocks noChangeAspect="1"/>
          </p:cNvPicPr>
          <p:nvPr/>
        </p:nvPicPr>
        <p:blipFill>
          <a:blip r:embed="rId4"/>
          <a:stretch>
            <a:fillRect/>
          </a:stretch>
        </p:blipFill>
        <p:spPr>
          <a:xfrm>
            <a:off x="4873061" y="2142736"/>
            <a:ext cx="3115905" cy="1218767"/>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C72BF1CA-217F-AE78-CB87-46FCD5775D98}"/>
              </a:ext>
            </a:extLst>
          </p:cNvPr>
          <p:cNvPicPr>
            <a:picLocks noChangeAspect="1"/>
          </p:cNvPicPr>
          <p:nvPr/>
        </p:nvPicPr>
        <p:blipFill>
          <a:blip r:embed="rId5"/>
          <a:stretch>
            <a:fillRect/>
          </a:stretch>
        </p:blipFill>
        <p:spPr>
          <a:xfrm>
            <a:off x="4873061" y="3483370"/>
            <a:ext cx="3115905" cy="1323826"/>
          </a:xfrm>
          <a:prstGeom prst="rect">
            <a:avLst/>
          </a:prstGeom>
        </p:spPr>
      </p:pic>
    </p:spTree>
    <p:extLst>
      <p:ext uri="{BB962C8B-B14F-4D97-AF65-F5344CB8AC3E}">
        <p14:creationId xmlns:p14="http://schemas.microsoft.com/office/powerpoint/2010/main" val="2638008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A52A21F0-550C-4B51-E51F-BFD3399BB3CF}"/>
            </a:ext>
          </a:extLst>
        </p:cNvPr>
        <p:cNvGrpSpPr/>
        <p:nvPr/>
      </p:nvGrpSpPr>
      <p:grpSpPr>
        <a:xfrm>
          <a:off x="0" y="0"/>
          <a:ext cx="0" cy="0"/>
          <a:chOff x="0" y="0"/>
          <a:chExt cx="0" cy="0"/>
        </a:xfrm>
      </p:grpSpPr>
      <p:sp>
        <p:nvSpPr>
          <p:cNvPr id="237" name="Google Shape;237;p36">
            <a:extLst>
              <a:ext uri="{FF2B5EF4-FFF2-40B4-BE49-F238E27FC236}">
                <a16:creationId xmlns:a16="http://schemas.microsoft.com/office/drawing/2014/main" id="{2D77F58E-B805-0DBF-3A89-B4136645AB38}"/>
              </a:ext>
            </a:extLst>
          </p:cNvPr>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Feature Name/Product</a:t>
            </a:r>
            <a:endParaRPr sz="700">
              <a:solidFill>
                <a:schemeClr val="lt1"/>
              </a:solidFill>
              <a:latin typeface="Roboto"/>
              <a:ea typeface="Roboto"/>
              <a:cs typeface="Roboto"/>
              <a:sym typeface="Roboto"/>
            </a:endParaRPr>
          </a:p>
        </p:txBody>
      </p:sp>
      <p:sp>
        <p:nvSpPr>
          <p:cNvPr id="238" name="Google Shape;238;p36">
            <a:extLst>
              <a:ext uri="{FF2B5EF4-FFF2-40B4-BE49-F238E27FC236}">
                <a16:creationId xmlns:a16="http://schemas.microsoft.com/office/drawing/2014/main" id="{A0B523E9-FB97-02FB-85D3-8B65A87E7E4B}"/>
              </a:ext>
            </a:extLst>
          </p:cNvPr>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DD/MM/YYYY</a:t>
            </a:r>
            <a:endParaRPr sz="700">
              <a:solidFill>
                <a:schemeClr val="lt1"/>
              </a:solidFill>
              <a:latin typeface="Roboto"/>
              <a:ea typeface="Roboto"/>
              <a:cs typeface="Roboto"/>
              <a:sym typeface="Roboto"/>
            </a:endParaRPr>
          </a:p>
        </p:txBody>
      </p:sp>
      <p:sp>
        <p:nvSpPr>
          <p:cNvPr id="239" name="Google Shape;239;p36">
            <a:extLst>
              <a:ext uri="{FF2B5EF4-FFF2-40B4-BE49-F238E27FC236}">
                <a16:creationId xmlns:a16="http://schemas.microsoft.com/office/drawing/2014/main" id="{FF6DE51C-13C4-8D16-7B11-024ABE97014E}"/>
              </a:ext>
            </a:extLst>
          </p:cNvPr>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lt1"/>
                </a:solidFill>
                <a:latin typeface="Roboto"/>
                <a:ea typeface="Roboto"/>
                <a:cs typeface="Roboto"/>
                <a:sym typeface="Roboto"/>
              </a:rPr>
              <a:t>Your Company Name</a:t>
            </a:r>
            <a:endParaRPr sz="700">
              <a:solidFill>
                <a:schemeClr val="lt1"/>
              </a:solidFill>
              <a:latin typeface="Roboto"/>
              <a:ea typeface="Roboto"/>
              <a:cs typeface="Roboto"/>
              <a:sym typeface="Roboto"/>
            </a:endParaRPr>
          </a:p>
        </p:txBody>
      </p:sp>
      <p:sp>
        <p:nvSpPr>
          <p:cNvPr id="241" name="Google Shape;241;p36">
            <a:extLst>
              <a:ext uri="{FF2B5EF4-FFF2-40B4-BE49-F238E27FC236}">
                <a16:creationId xmlns:a16="http://schemas.microsoft.com/office/drawing/2014/main" id="{D2307422-81C5-6529-E00D-A35EDF33DAB1}"/>
              </a:ext>
            </a:extLst>
          </p:cNvPr>
          <p:cNvSpPr txBox="1">
            <a:spLocks noGrp="1"/>
          </p:cNvSpPr>
          <p:nvPr>
            <p:ph type="title"/>
          </p:nvPr>
        </p:nvSpPr>
        <p:spPr>
          <a:xfrm>
            <a:off x="2957455" y="324739"/>
            <a:ext cx="2462115"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800" dirty="0"/>
              <a:t>Models Used </a:t>
            </a:r>
            <a:endParaRPr dirty="0"/>
          </a:p>
        </p:txBody>
      </p:sp>
      <p:sp>
        <p:nvSpPr>
          <p:cNvPr id="242" name="Google Shape;242;p36">
            <a:extLst>
              <a:ext uri="{FF2B5EF4-FFF2-40B4-BE49-F238E27FC236}">
                <a16:creationId xmlns:a16="http://schemas.microsoft.com/office/drawing/2014/main" id="{AA026529-5FAB-BE48-7990-25BC66A462B4}"/>
              </a:ext>
            </a:extLst>
          </p:cNvPr>
          <p:cNvSpPr txBox="1">
            <a:spLocks noGrp="1"/>
          </p:cNvSpPr>
          <p:nvPr>
            <p:ph type="subTitle" idx="1"/>
          </p:nvPr>
        </p:nvSpPr>
        <p:spPr>
          <a:xfrm>
            <a:off x="730500" y="1583827"/>
            <a:ext cx="3322200" cy="68747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An ensemble of decision trees that improves accuracy and reduces overfitting through majority voting.</a:t>
            </a:r>
            <a:endParaRPr dirty="0"/>
          </a:p>
        </p:txBody>
      </p:sp>
      <p:sp>
        <p:nvSpPr>
          <p:cNvPr id="246" name="Google Shape;246;p36">
            <a:extLst>
              <a:ext uri="{FF2B5EF4-FFF2-40B4-BE49-F238E27FC236}">
                <a16:creationId xmlns:a16="http://schemas.microsoft.com/office/drawing/2014/main" id="{036A511D-A8F7-DA4A-4403-1F02A561453C}"/>
              </a:ext>
            </a:extLst>
          </p:cNvPr>
          <p:cNvSpPr txBox="1">
            <a:spLocks noGrp="1"/>
          </p:cNvSpPr>
          <p:nvPr>
            <p:ph type="subTitle" idx="5"/>
          </p:nvPr>
        </p:nvSpPr>
        <p:spPr>
          <a:xfrm>
            <a:off x="635441" y="1236020"/>
            <a:ext cx="3322199" cy="43972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t>Random Forest </a:t>
            </a:r>
            <a:endParaRPr dirty="0"/>
          </a:p>
        </p:txBody>
      </p:sp>
      <p:sp>
        <p:nvSpPr>
          <p:cNvPr id="18" name="Google Shape;246;p36">
            <a:extLst>
              <a:ext uri="{FF2B5EF4-FFF2-40B4-BE49-F238E27FC236}">
                <a16:creationId xmlns:a16="http://schemas.microsoft.com/office/drawing/2014/main" id="{A7133E7B-67D1-C920-D583-8E7EA3DE8F5A}"/>
              </a:ext>
            </a:extLst>
          </p:cNvPr>
          <p:cNvSpPr txBox="1">
            <a:spLocks/>
          </p:cNvSpPr>
          <p:nvPr/>
        </p:nvSpPr>
        <p:spPr>
          <a:xfrm>
            <a:off x="635441" y="2795894"/>
            <a:ext cx="3322200" cy="38429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2400"/>
              <a:buFont typeface="Inter"/>
              <a:buNone/>
              <a:defRPr sz="1600" b="0" i="0" u="none" strike="noStrike" cap="none">
                <a:solidFill>
                  <a:schemeClr val="dk1"/>
                </a:solidFill>
                <a:latin typeface="Inter Medium"/>
                <a:ea typeface="Inter Medium"/>
                <a:cs typeface="Inter Medium"/>
                <a:sym typeface="Inter Medium"/>
              </a:defRPr>
            </a:lvl1pPr>
            <a:lvl2pPr marL="914400" marR="0" lvl="1"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2pPr>
            <a:lvl3pPr marL="1371600" marR="0" lvl="2"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3pPr>
            <a:lvl4pPr marL="1828800" marR="0" lvl="3"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4pPr>
            <a:lvl5pPr marL="2286000" marR="0" lvl="4"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5pPr>
            <a:lvl6pPr marL="2743200" marR="0" lvl="5"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6pPr>
            <a:lvl7pPr marL="3200400" marR="0" lvl="6"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7pPr>
            <a:lvl8pPr marL="3657600" marR="0" lvl="7"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8pPr>
            <a:lvl9pPr marL="4114800" marR="0" lvl="8" indent="-304800" algn="ctr" rtl="0">
              <a:lnSpc>
                <a:spcPct val="100000"/>
              </a:lnSpc>
              <a:spcBef>
                <a:spcPts val="0"/>
              </a:spcBef>
              <a:spcAft>
                <a:spcPts val="0"/>
              </a:spcAft>
              <a:buClr>
                <a:schemeClr val="dk1"/>
              </a:buClr>
              <a:buSzPts val="2400"/>
              <a:buFont typeface="Inter"/>
              <a:buNone/>
              <a:defRPr sz="2400" b="1" i="0" u="none" strike="noStrike" cap="none">
                <a:solidFill>
                  <a:schemeClr val="dk1"/>
                </a:solidFill>
                <a:latin typeface="Inter"/>
                <a:ea typeface="Inter"/>
                <a:cs typeface="Inter"/>
                <a:sym typeface="Inter"/>
              </a:defRPr>
            </a:lvl9pPr>
          </a:lstStyle>
          <a:p>
            <a:pPr marL="0" indent="0" algn="ctr"/>
            <a:r>
              <a:rPr lang="en-US" dirty="0"/>
              <a:t>Stacking model  </a:t>
            </a:r>
          </a:p>
        </p:txBody>
      </p:sp>
      <p:sp>
        <p:nvSpPr>
          <p:cNvPr id="19" name="Google Shape;242;p36">
            <a:extLst>
              <a:ext uri="{FF2B5EF4-FFF2-40B4-BE49-F238E27FC236}">
                <a16:creationId xmlns:a16="http://schemas.microsoft.com/office/drawing/2014/main" id="{8AB7C67F-CFA5-C144-B794-385FA4B3766C}"/>
              </a:ext>
            </a:extLst>
          </p:cNvPr>
          <p:cNvSpPr txBox="1">
            <a:spLocks/>
          </p:cNvSpPr>
          <p:nvPr/>
        </p:nvSpPr>
        <p:spPr>
          <a:xfrm>
            <a:off x="540081" y="3086786"/>
            <a:ext cx="3512920" cy="7059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9pPr>
          </a:lstStyle>
          <a:p>
            <a:pPr marL="0" indent="0"/>
            <a:r>
              <a:rPr lang="en-US" dirty="0"/>
              <a:t>Combines multiple base models to improve prediction by training a meta-model on their outputs.</a:t>
            </a:r>
          </a:p>
        </p:txBody>
      </p:sp>
      <p:pic>
        <p:nvPicPr>
          <p:cNvPr id="5" name="Picture 4" descr="A number of numbers on a white background&#10;&#10;AI-generated content may be incorrect.">
            <a:extLst>
              <a:ext uri="{FF2B5EF4-FFF2-40B4-BE49-F238E27FC236}">
                <a16:creationId xmlns:a16="http://schemas.microsoft.com/office/drawing/2014/main" id="{09AE59FB-8FDA-CA9B-D3A8-FDE6D400746B}"/>
              </a:ext>
            </a:extLst>
          </p:cNvPr>
          <p:cNvPicPr>
            <a:picLocks noChangeAspect="1"/>
          </p:cNvPicPr>
          <p:nvPr/>
        </p:nvPicPr>
        <p:blipFill>
          <a:blip r:embed="rId3"/>
          <a:stretch>
            <a:fillRect/>
          </a:stretch>
        </p:blipFill>
        <p:spPr>
          <a:xfrm>
            <a:off x="4572000" y="1178249"/>
            <a:ext cx="3512920" cy="1393501"/>
          </a:xfrm>
          <a:prstGeom prst="rect">
            <a:avLst/>
          </a:prstGeom>
        </p:spPr>
      </p:pic>
      <p:pic>
        <p:nvPicPr>
          <p:cNvPr id="9" name="Picture 8" descr="A screenshot of a graph&#10;&#10;AI-generated content may be incorrect.">
            <a:extLst>
              <a:ext uri="{FF2B5EF4-FFF2-40B4-BE49-F238E27FC236}">
                <a16:creationId xmlns:a16="http://schemas.microsoft.com/office/drawing/2014/main" id="{1400A50B-1C01-F965-7B6D-1FCD9D685A5B}"/>
              </a:ext>
            </a:extLst>
          </p:cNvPr>
          <p:cNvPicPr>
            <a:picLocks noChangeAspect="1"/>
          </p:cNvPicPr>
          <p:nvPr/>
        </p:nvPicPr>
        <p:blipFill>
          <a:blip r:embed="rId4"/>
          <a:stretch>
            <a:fillRect/>
          </a:stretch>
        </p:blipFill>
        <p:spPr>
          <a:xfrm>
            <a:off x="4572001" y="2758590"/>
            <a:ext cx="3512920" cy="1433582"/>
          </a:xfrm>
          <a:prstGeom prst="rect">
            <a:avLst/>
          </a:prstGeom>
        </p:spPr>
      </p:pic>
    </p:spTree>
    <p:extLst>
      <p:ext uri="{BB962C8B-B14F-4D97-AF65-F5344CB8AC3E}">
        <p14:creationId xmlns:p14="http://schemas.microsoft.com/office/powerpoint/2010/main" val="3830441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1"/>
          <p:cNvSpPr txBox="1">
            <a:spLocks noGrp="1"/>
          </p:cNvSpPr>
          <p:nvPr>
            <p:ph type="title"/>
          </p:nvPr>
        </p:nvSpPr>
        <p:spPr>
          <a:xfrm>
            <a:off x="1810793" y="350920"/>
            <a:ext cx="498615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Model performance overview </a:t>
            </a:r>
            <a:endParaRPr dirty="0"/>
          </a:p>
        </p:txBody>
      </p:sp>
      <p:graphicFrame>
        <p:nvGraphicFramePr>
          <p:cNvPr id="338" name="Google Shape;338;p41"/>
          <p:cNvGraphicFramePr/>
          <p:nvPr>
            <p:extLst>
              <p:ext uri="{D42A27DB-BD31-4B8C-83A1-F6EECF244321}">
                <p14:modId xmlns:p14="http://schemas.microsoft.com/office/powerpoint/2010/main" val="3518326890"/>
              </p:ext>
            </p:extLst>
          </p:nvPr>
        </p:nvGraphicFramePr>
        <p:xfrm>
          <a:off x="730500" y="1286087"/>
          <a:ext cx="3573368" cy="2517160"/>
        </p:xfrm>
        <a:graphic>
          <a:graphicData uri="http://schemas.openxmlformats.org/drawingml/2006/table">
            <a:tbl>
              <a:tblPr>
                <a:noFill/>
                <a:tableStyleId>{53D9FA18-2ED9-4E76-96E2-1D1DB4C6C5A3}</a:tableStyleId>
              </a:tblPr>
              <a:tblGrid>
                <a:gridCol w="982725">
                  <a:extLst>
                    <a:ext uri="{9D8B030D-6E8A-4147-A177-3AD203B41FA5}">
                      <a16:colId xmlns:a16="http://schemas.microsoft.com/office/drawing/2014/main" val="20000"/>
                    </a:ext>
                  </a:extLst>
                </a:gridCol>
                <a:gridCol w="844325">
                  <a:extLst>
                    <a:ext uri="{9D8B030D-6E8A-4147-A177-3AD203B41FA5}">
                      <a16:colId xmlns:a16="http://schemas.microsoft.com/office/drawing/2014/main" val="20001"/>
                    </a:ext>
                  </a:extLst>
                </a:gridCol>
                <a:gridCol w="945545">
                  <a:extLst>
                    <a:ext uri="{9D8B030D-6E8A-4147-A177-3AD203B41FA5}">
                      <a16:colId xmlns:a16="http://schemas.microsoft.com/office/drawing/2014/main" val="20002"/>
                    </a:ext>
                  </a:extLst>
                </a:gridCol>
                <a:gridCol w="800773">
                  <a:extLst>
                    <a:ext uri="{9D8B030D-6E8A-4147-A177-3AD203B41FA5}">
                      <a16:colId xmlns:a16="http://schemas.microsoft.com/office/drawing/2014/main" val="20003"/>
                    </a:ext>
                  </a:extLst>
                </a:gridCol>
              </a:tblGrid>
              <a:tr h="403050">
                <a:tc>
                  <a:txBody>
                    <a:bodyPr/>
                    <a:lstStyle/>
                    <a:p>
                      <a:pPr marL="0" lvl="0" indent="0" algn="l" rtl="0">
                        <a:spcBef>
                          <a:spcPts val="0"/>
                        </a:spcBef>
                        <a:spcAft>
                          <a:spcPts val="0"/>
                        </a:spcAft>
                        <a:buNone/>
                      </a:pPr>
                      <a:r>
                        <a:rPr lang="en" sz="1200" dirty="0">
                          <a:solidFill>
                            <a:schemeClr val="dk1"/>
                          </a:solidFill>
                          <a:latin typeface="Inter Medium"/>
                          <a:ea typeface="Inter Medium"/>
                          <a:cs typeface="Inter Medium"/>
                          <a:sym typeface="Inter Medium"/>
                        </a:rPr>
                        <a:t>Model </a:t>
                      </a:r>
                      <a:endParaRPr sz="1200" dirty="0">
                        <a:solidFill>
                          <a:schemeClr val="dk1"/>
                        </a:solidFill>
                        <a:latin typeface="Inter Medium"/>
                        <a:ea typeface="Inter Medium"/>
                        <a:cs typeface="Inter Medium"/>
                        <a:sym typeface="Inter Medium"/>
                      </a:endParaRPr>
                    </a:p>
                  </a:txBody>
                  <a:tcPr marL="91425" marR="91425" marT="45700" marB="4570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200" dirty="0">
                          <a:solidFill>
                            <a:schemeClr val="dk1"/>
                          </a:solidFill>
                          <a:latin typeface="Inter Medium"/>
                          <a:ea typeface="Inter Medium"/>
                          <a:cs typeface="Inter Medium"/>
                          <a:sym typeface="Inter Medium"/>
                        </a:rPr>
                        <a:t>Running time </a:t>
                      </a:r>
                      <a:endParaRPr sz="1200" dirty="0">
                        <a:solidFill>
                          <a:schemeClr val="dk1"/>
                        </a:solidFill>
                        <a:latin typeface="Inter Medium"/>
                        <a:ea typeface="Inter Medium"/>
                        <a:cs typeface="Inter Medium"/>
                        <a:sym typeface="Inter Medium"/>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200" dirty="0">
                          <a:solidFill>
                            <a:schemeClr val="dk1"/>
                          </a:solidFill>
                          <a:latin typeface="Inter Medium"/>
                          <a:ea typeface="Inter Medium"/>
                          <a:cs typeface="Inter Medium"/>
                          <a:sym typeface="Inter Medium"/>
                        </a:rPr>
                        <a:t>Accuracy</a:t>
                      </a:r>
                      <a:endParaRPr sz="1200" dirty="0">
                        <a:solidFill>
                          <a:schemeClr val="dk1"/>
                        </a:solidFill>
                        <a:latin typeface="Inter Medium"/>
                        <a:ea typeface="Inter Medium"/>
                        <a:cs typeface="Inter Medium"/>
                        <a:sym typeface="Inter Medium"/>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200" dirty="0">
                          <a:solidFill>
                            <a:schemeClr val="dk1"/>
                          </a:solidFill>
                          <a:latin typeface="Inter Medium"/>
                          <a:ea typeface="Inter Medium"/>
                          <a:cs typeface="Inter Medium"/>
                          <a:sym typeface="Inter Medium"/>
                        </a:rPr>
                        <a:t>Recall</a:t>
                      </a:r>
                      <a:endParaRPr dirty="0">
                        <a:solidFill>
                          <a:schemeClr val="dk1"/>
                        </a:solidFill>
                        <a:latin typeface="Inter Medium"/>
                        <a:ea typeface="Inter Medium"/>
                        <a:cs typeface="Inter Medium"/>
                        <a:sym typeface="Inter Medium"/>
                      </a:endParaRPr>
                    </a:p>
                  </a:txBody>
                  <a:tcPr marL="91425" marR="91425" marT="45700" marB="4570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007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solidFill>
                            <a:schemeClr val="dk1"/>
                          </a:solidFill>
                          <a:latin typeface="Inter Medium"/>
                          <a:ea typeface="Inter Medium"/>
                          <a:cs typeface="Inter Medium"/>
                          <a:sym typeface="Inter Medium"/>
                        </a:rPr>
                        <a:t>Logistic Regression </a:t>
                      </a:r>
                    </a:p>
                    <a:p>
                      <a:pPr marL="0" lvl="0" indent="0" algn="l" rtl="0">
                        <a:spcBef>
                          <a:spcPts val="0"/>
                        </a:spcBef>
                        <a:spcAft>
                          <a:spcPts val="0"/>
                        </a:spcAft>
                        <a:buNone/>
                      </a:pPr>
                      <a:endParaRPr lang="en" sz="1000" dirty="0">
                        <a:solidFill>
                          <a:schemeClr val="dk1"/>
                        </a:solidFill>
                        <a:latin typeface="Inter Medium"/>
                        <a:ea typeface="Inter Medium"/>
                        <a:cs typeface="Inter Medium"/>
                        <a:sym typeface="Inter Medium"/>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1min</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69%</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69%</a:t>
                      </a: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00700">
                <a:tc>
                  <a:txBody>
                    <a:bodyPr/>
                    <a:lstStyle/>
                    <a:p>
                      <a:pPr marL="0" lvl="0" indent="0" algn="l" rtl="0">
                        <a:spcBef>
                          <a:spcPts val="0"/>
                        </a:spcBef>
                        <a:spcAft>
                          <a:spcPts val="0"/>
                        </a:spcAft>
                        <a:buNone/>
                      </a:pPr>
                      <a:r>
                        <a:rPr lang="en-US" sz="1000" dirty="0">
                          <a:solidFill>
                            <a:schemeClr val="dk1"/>
                          </a:solidFill>
                          <a:latin typeface="Inter Medium"/>
                          <a:ea typeface="Inter Medium"/>
                          <a:cs typeface="Inter Medium"/>
                          <a:sym typeface="Inter Medium"/>
                        </a:rPr>
                        <a:t>SVM</a:t>
                      </a:r>
                      <a:endParaRPr sz="1000" dirty="0">
                        <a:solidFill>
                          <a:schemeClr val="dk1"/>
                        </a:solidFill>
                        <a:latin typeface="Inter Medium"/>
                        <a:ea typeface="Inter Medium"/>
                        <a:cs typeface="Inter Medium"/>
                        <a:sym typeface="Inter Medium"/>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4.7min</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71%</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78%</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007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solidFill>
                            <a:schemeClr val="dk1"/>
                          </a:solidFill>
                          <a:latin typeface="Inter Medium"/>
                          <a:ea typeface="Inter Medium"/>
                          <a:cs typeface="Inter Medium"/>
                          <a:sym typeface="Inter Medium"/>
                        </a:rPr>
                        <a:t>Decision Tree </a:t>
                      </a: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37 sec </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95%</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92%</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007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solidFill>
                            <a:schemeClr val="dk1"/>
                          </a:solidFill>
                          <a:latin typeface="Inter Medium"/>
                          <a:ea typeface="Inter Medium"/>
                          <a:cs typeface="Inter Medium"/>
                          <a:sym typeface="Inter Medium"/>
                        </a:rPr>
                        <a:t>Random Forest</a:t>
                      </a: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sz="1000" dirty="0">
                          <a:solidFill>
                            <a:schemeClr val="dk1"/>
                          </a:solidFill>
                          <a:latin typeface="Roboto"/>
                          <a:ea typeface="Roboto"/>
                          <a:cs typeface="Roboto"/>
                          <a:sym typeface="Roboto"/>
                        </a:rPr>
                        <a:t>45 sec </a:t>
                      </a: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95%</a:t>
                      </a: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92%</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00700">
                <a:tc>
                  <a:txBody>
                    <a:bodyPr/>
                    <a:lstStyle/>
                    <a:p>
                      <a:pPr marL="0" lvl="0" indent="0" algn="l" rtl="0">
                        <a:spcBef>
                          <a:spcPts val="0"/>
                        </a:spcBef>
                        <a:spcAft>
                          <a:spcPts val="0"/>
                        </a:spcAft>
                        <a:buNone/>
                      </a:pPr>
                      <a:r>
                        <a:rPr lang="en" sz="1000" dirty="0">
                          <a:solidFill>
                            <a:schemeClr val="dk1"/>
                          </a:solidFill>
                          <a:latin typeface="Inter Medium"/>
                          <a:ea typeface="Inter Medium"/>
                          <a:cs typeface="Inter Medium"/>
                          <a:sym typeface="Inter Medium"/>
                        </a:rPr>
                        <a:t>Stacking model </a:t>
                      </a:r>
                      <a:endParaRPr sz="1000" dirty="0">
                        <a:solidFill>
                          <a:schemeClr val="dk1"/>
                        </a:solidFill>
                        <a:latin typeface="Inter Medium"/>
                        <a:ea typeface="Inter Medium"/>
                        <a:cs typeface="Inter Medium"/>
                        <a:sym typeface="Inter Medium"/>
                      </a:endParaRPr>
                    </a:p>
                  </a:txBody>
                  <a:tcPr marL="91425" marR="91425" marT="0" marB="0"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27 min </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95%</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93%</a:t>
                      </a:r>
                      <a:endParaRPr sz="1000" dirty="0">
                        <a:solidFill>
                          <a:schemeClr val="dk1"/>
                        </a:solidFill>
                        <a:latin typeface="Roboto"/>
                        <a:ea typeface="Roboto"/>
                        <a:cs typeface="Roboto"/>
                        <a:sym typeface="Roboto"/>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47" name="Google Shape;347;p41"/>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Feature Name/Product</a:t>
            </a:r>
            <a:endParaRPr sz="700">
              <a:solidFill>
                <a:schemeClr val="lt1"/>
              </a:solidFill>
              <a:latin typeface="Roboto"/>
              <a:ea typeface="Roboto"/>
              <a:cs typeface="Roboto"/>
              <a:sym typeface="Roboto"/>
            </a:endParaRPr>
          </a:p>
        </p:txBody>
      </p:sp>
      <p:sp>
        <p:nvSpPr>
          <p:cNvPr id="348" name="Google Shape;348;p41"/>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DD/MM/YYYY</a:t>
            </a:r>
            <a:endParaRPr sz="700">
              <a:solidFill>
                <a:schemeClr val="lt1"/>
              </a:solidFill>
              <a:latin typeface="Roboto"/>
              <a:ea typeface="Roboto"/>
              <a:cs typeface="Roboto"/>
              <a:sym typeface="Roboto"/>
            </a:endParaRPr>
          </a:p>
        </p:txBody>
      </p:sp>
      <p:sp>
        <p:nvSpPr>
          <p:cNvPr id="349" name="Google Shape;349;p41"/>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lt1"/>
                </a:solidFill>
                <a:latin typeface="Roboto"/>
                <a:ea typeface="Roboto"/>
                <a:cs typeface="Roboto"/>
                <a:sym typeface="Roboto"/>
              </a:rPr>
              <a:t>Your Company Name</a:t>
            </a:r>
            <a:endParaRPr sz="700">
              <a:solidFill>
                <a:schemeClr val="lt1"/>
              </a:solidFill>
              <a:latin typeface="Roboto"/>
              <a:ea typeface="Roboto"/>
              <a:cs typeface="Roboto"/>
              <a:sym typeface="Roboto"/>
            </a:endParaRPr>
          </a:p>
        </p:txBody>
      </p:sp>
      <p:sp>
        <p:nvSpPr>
          <p:cNvPr id="4" name="Google Shape;246;p36">
            <a:extLst>
              <a:ext uri="{FF2B5EF4-FFF2-40B4-BE49-F238E27FC236}">
                <a16:creationId xmlns:a16="http://schemas.microsoft.com/office/drawing/2014/main" id="{40444822-7001-026B-3658-460720D79E0B}"/>
              </a:ext>
            </a:extLst>
          </p:cNvPr>
          <p:cNvSpPr txBox="1">
            <a:spLocks/>
          </p:cNvSpPr>
          <p:nvPr/>
        </p:nvSpPr>
        <p:spPr>
          <a:xfrm>
            <a:off x="5135843" y="1175516"/>
            <a:ext cx="3322199" cy="439728"/>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b="1" dirty="0"/>
              <a:t>What can we deduce ?</a:t>
            </a:r>
            <a:endParaRPr lang="en-US" dirty="0"/>
          </a:p>
        </p:txBody>
      </p:sp>
      <p:sp>
        <p:nvSpPr>
          <p:cNvPr id="5" name="Google Shape;242;p36">
            <a:extLst>
              <a:ext uri="{FF2B5EF4-FFF2-40B4-BE49-F238E27FC236}">
                <a16:creationId xmlns:a16="http://schemas.microsoft.com/office/drawing/2014/main" id="{FA6F92E8-AF82-7028-ABF6-467A010D64D6}"/>
              </a:ext>
            </a:extLst>
          </p:cNvPr>
          <p:cNvSpPr txBox="1">
            <a:spLocks/>
          </p:cNvSpPr>
          <p:nvPr/>
        </p:nvSpPr>
        <p:spPr>
          <a:xfrm>
            <a:off x="5040483" y="1725497"/>
            <a:ext cx="3512920" cy="174225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9pPr>
          </a:lstStyle>
          <a:p>
            <a:pPr marL="0" indent="0"/>
            <a:r>
              <a:rPr lang="en-US" dirty="0"/>
              <a:t>Both LR and SVM have poor accuracy and recall and are not reliable to use.</a:t>
            </a:r>
          </a:p>
          <a:p>
            <a:pPr marL="0" indent="0"/>
            <a:endParaRPr lang="en-US" dirty="0"/>
          </a:p>
          <a:p>
            <a:pPr marL="0" indent="0"/>
            <a:r>
              <a:rPr lang="en-US" dirty="0"/>
              <a:t> The decision tree, random forest, and stacking model both have similar accuracy. However, both random forest and DT models are much more efficient to run compared to the stacking model which has only a 1% increase in recall.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BDC99878-351A-4DDF-5EA5-6651C76A0707}"/>
            </a:ext>
          </a:extLst>
        </p:cNvPr>
        <p:cNvGrpSpPr/>
        <p:nvPr/>
      </p:nvGrpSpPr>
      <p:grpSpPr>
        <a:xfrm>
          <a:off x="0" y="0"/>
          <a:ext cx="0" cy="0"/>
          <a:chOff x="0" y="0"/>
          <a:chExt cx="0" cy="0"/>
        </a:xfrm>
      </p:grpSpPr>
      <p:sp>
        <p:nvSpPr>
          <p:cNvPr id="188" name="Google Shape;188;p32">
            <a:extLst>
              <a:ext uri="{FF2B5EF4-FFF2-40B4-BE49-F238E27FC236}">
                <a16:creationId xmlns:a16="http://schemas.microsoft.com/office/drawing/2014/main" id="{3D11DBCB-9314-6A7A-B3B3-2FFB121E90B7}"/>
              </a:ext>
            </a:extLst>
          </p:cNvPr>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Feature Name/Product</a:t>
            </a:r>
            <a:endParaRPr sz="700">
              <a:solidFill>
                <a:schemeClr val="dk1"/>
              </a:solidFill>
              <a:latin typeface="Roboto"/>
              <a:ea typeface="Roboto"/>
              <a:cs typeface="Roboto"/>
              <a:sym typeface="Roboto"/>
            </a:endParaRPr>
          </a:p>
        </p:txBody>
      </p:sp>
      <p:sp>
        <p:nvSpPr>
          <p:cNvPr id="189" name="Google Shape;189;p32">
            <a:extLst>
              <a:ext uri="{FF2B5EF4-FFF2-40B4-BE49-F238E27FC236}">
                <a16:creationId xmlns:a16="http://schemas.microsoft.com/office/drawing/2014/main" id="{F45027FC-C0AA-E612-84D9-5C449BBD3E94}"/>
              </a:ext>
            </a:extLst>
          </p:cNvPr>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DD/MM/YYYY</a:t>
            </a:r>
            <a:endParaRPr sz="700">
              <a:solidFill>
                <a:schemeClr val="dk1"/>
              </a:solidFill>
              <a:latin typeface="Roboto"/>
              <a:ea typeface="Roboto"/>
              <a:cs typeface="Roboto"/>
              <a:sym typeface="Roboto"/>
            </a:endParaRPr>
          </a:p>
        </p:txBody>
      </p:sp>
      <p:sp>
        <p:nvSpPr>
          <p:cNvPr id="190" name="Google Shape;190;p32">
            <a:extLst>
              <a:ext uri="{FF2B5EF4-FFF2-40B4-BE49-F238E27FC236}">
                <a16:creationId xmlns:a16="http://schemas.microsoft.com/office/drawing/2014/main" id="{41F34905-55C2-D276-5DC9-E778FB56C767}"/>
              </a:ext>
            </a:extLst>
          </p:cNvPr>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dk1"/>
                </a:solidFill>
                <a:latin typeface="Roboto"/>
                <a:ea typeface="Roboto"/>
                <a:cs typeface="Roboto"/>
                <a:sym typeface="Roboto"/>
              </a:rPr>
              <a:t>Your Company Name</a:t>
            </a:r>
            <a:endParaRPr sz="700">
              <a:solidFill>
                <a:schemeClr val="dk1"/>
              </a:solidFill>
              <a:latin typeface="Roboto"/>
              <a:ea typeface="Roboto"/>
              <a:cs typeface="Roboto"/>
              <a:sym typeface="Roboto"/>
            </a:endParaRPr>
          </a:p>
        </p:txBody>
      </p:sp>
      <p:sp>
        <p:nvSpPr>
          <p:cNvPr id="191" name="Google Shape;191;p32">
            <a:extLst>
              <a:ext uri="{FF2B5EF4-FFF2-40B4-BE49-F238E27FC236}">
                <a16:creationId xmlns:a16="http://schemas.microsoft.com/office/drawing/2014/main" id="{8BF68196-03FA-F03D-5987-26ACAC14F532}"/>
              </a:ext>
            </a:extLst>
          </p:cNvPr>
          <p:cNvSpPr txBox="1">
            <a:spLocks noGrp="1"/>
          </p:cNvSpPr>
          <p:nvPr>
            <p:ph type="title"/>
          </p:nvPr>
        </p:nvSpPr>
        <p:spPr>
          <a:xfrm>
            <a:off x="722376" y="1861301"/>
            <a:ext cx="4131900" cy="156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600" dirty="0"/>
              <a:t>Conclusion </a:t>
            </a:r>
          </a:p>
        </p:txBody>
      </p:sp>
      <p:sp>
        <p:nvSpPr>
          <p:cNvPr id="192" name="Google Shape;192;p32">
            <a:extLst>
              <a:ext uri="{FF2B5EF4-FFF2-40B4-BE49-F238E27FC236}">
                <a16:creationId xmlns:a16="http://schemas.microsoft.com/office/drawing/2014/main" id="{064BA183-9325-EA9C-013F-0BA02EF3A188}"/>
              </a:ext>
            </a:extLst>
          </p:cNvPr>
          <p:cNvSpPr txBox="1">
            <a:spLocks noGrp="1"/>
          </p:cNvSpPr>
          <p:nvPr>
            <p:ph type="title" idx="2"/>
          </p:nvPr>
        </p:nvSpPr>
        <p:spPr>
          <a:xfrm>
            <a:off x="722376" y="984098"/>
            <a:ext cx="1235700" cy="87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5</a:t>
            </a:r>
            <a:endParaRPr dirty="0"/>
          </a:p>
        </p:txBody>
      </p:sp>
    </p:spTree>
    <p:extLst>
      <p:ext uri="{BB962C8B-B14F-4D97-AF65-F5344CB8AC3E}">
        <p14:creationId xmlns:p14="http://schemas.microsoft.com/office/powerpoint/2010/main" val="3928502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6">
          <a:extLst>
            <a:ext uri="{FF2B5EF4-FFF2-40B4-BE49-F238E27FC236}">
              <a16:creationId xmlns:a16="http://schemas.microsoft.com/office/drawing/2014/main" id="{DD4A570C-BDFE-79A9-B2FA-A32705AB51AC}"/>
            </a:ext>
          </a:extLst>
        </p:cNvPr>
        <p:cNvGrpSpPr/>
        <p:nvPr/>
      </p:nvGrpSpPr>
      <p:grpSpPr>
        <a:xfrm>
          <a:off x="0" y="0"/>
          <a:ext cx="0" cy="0"/>
          <a:chOff x="0" y="0"/>
          <a:chExt cx="0" cy="0"/>
        </a:xfrm>
      </p:grpSpPr>
      <p:sp>
        <p:nvSpPr>
          <p:cNvPr id="387" name="Google Shape;387;p44">
            <a:extLst>
              <a:ext uri="{FF2B5EF4-FFF2-40B4-BE49-F238E27FC236}">
                <a16:creationId xmlns:a16="http://schemas.microsoft.com/office/drawing/2014/main" id="{D2C910DE-27D5-CEDE-EC9C-728E46149815}"/>
              </a:ext>
            </a:extLst>
          </p:cNvPr>
          <p:cNvSpPr txBox="1">
            <a:spLocks noGrp="1"/>
          </p:cNvSpPr>
          <p:nvPr>
            <p:ph type="title"/>
          </p:nvPr>
        </p:nvSpPr>
        <p:spPr>
          <a:xfrm>
            <a:off x="3553525" y="575654"/>
            <a:ext cx="203695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 </a:t>
            </a:r>
            <a:endParaRPr dirty="0"/>
          </a:p>
        </p:txBody>
      </p:sp>
      <p:sp>
        <p:nvSpPr>
          <p:cNvPr id="388" name="Google Shape;388;p44">
            <a:extLst>
              <a:ext uri="{FF2B5EF4-FFF2-40B4-BE49-F238E27FC236}">
                <a16:creationId xmlns:a16="http://schemas.microsoft.com/office/drawing/2014/main" id="{9E312B68-D2E7-93AB-DC53-9A3C0A9B2182}"/>
              </a:ext>
            </a:extLst>
          </p:cNvPr>
          <p:cNvSpPr txBox="1"/>
          <p:nvPr/>
        </p:nvSpPr>
        <p:spPr>
          <a:xfrm>
            <a:off x="880104" y="1354604"/>
            <a:ext cx="7713900" cy="136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600" dirty="0"/>
              <a:t>Through effective data preprocessing, feature selection, and model stacking, we successfully built a machine learning system that predicts employee promotions with improved accuracy. This approach supports fair and data-driven HR decisions, helping organizations recognize and reward the right talent.</a:t>
            </a:r>
            <a:endParaRPr sz="1200" dirty="0">
              <a:solidFill>
                <a:schemeClr val="dk1"/>
              </a:solidFill>
              <a:latin typeface="Roboto"/>
              <a:ea typeface="Roboto"/>
              <a:cs typeface="Roboto"/>
              <a:sym typeface="Roboto"/>
            </a:endParaRPr>
          </a:p>
        </p:txBody>
      </p:sp>
      <p:sp>
        <p:nvSpPr>
          <p:cNvPr id="389" name="Google Shape;389;p44">
            <a:extLst>
              <a:ext uri="{FF2B5EF4-FFF2-40B4-BE49-F238E27FC236}">
                <a16:creationId xmlns:a16="http://schemas.microsoft.com/office/drawing/2014/main" id="{48EC1E7E-EFFE-A16A-B7AC-D10642430C22}"/>
              </a:ext>
            </a:extLst>
          </p:cNvPr>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lt1"/>
                </a:solidFill>
                <a:latin typeface="Roboto"/>
                <a:ea typeface="Roboto"/>
                <a:cs typeface="Roboto"/>
                <a:sym typeface="Roboto"/>
              </a:rPr>
              <a:t>Feature Name/Product</a:t>
            </a:r>
            <a:endParaRPr sz="700">
              <a:solidFill>
                <a:schemeClr val="lt1"/>
              </a:solidFill>
              <a:latin typeface="Roboto"/>
              <a:ea typeface="Roboto"/>
              <a:cs typeface="Roboto"/>
              <a:sym typeface="Roboto"/>
            </a:endParaRPr>
          </a:p>
        </p:txBody>
      </p:sp>
      <p:sp>
        <p:nvSpPr>
          <p:cNvPr id="390" name="Google Shape;390;p44">
            <a:extLst>
              <a:ext uri="{FF2B5EF4-FFF2-40B4-BE49-F238E27FC236}">
                <a16:creationId xmlns:a16="http://schemas.microsoft.com/office/drawing/2014/main" id="{92D0F4E1-C547-466C-10D0-A8E1D0448E7A}"/>
              </a:ext>
            </a:extLst>
          </p:cNvPr>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dirty="0">
                <a:solidFill>
                  <a:schemeClr val="lt1"/>
                </a:solidFill>
                <a:latin typeface="Roboto"/>
                <a:ea typeface="Roboto"/>
                <a:cs typeface="Roboto"/>
                <a:sym typeface="Roboto"/>
              </a:rPr>
              <a:t>DD/MM/YYYY</a:t>
            </a:r>
            <a:endParaRPr sz="700" dirty="0">
              <a:solidFill>
                <a:schemeClr val="lt1"/>
              </a:solidFill>
              <a:latin typeface="Roboto"/>
              <a:ea typeface="Roboto"/>
              <a:cs typeface="Roboto"/>
              <a:sym typeface="Roboto"/>
            </a:endParaRPr>
          </a:p>
        </p:txBody>
      </p:sp>
      <p:sp>
        <p:nvSpPr>
          <p:cNvPr id="391" name="Google Shape;391;p44">
            <a:extLst>
              <a:ext uri="{FF2B5EF4-FFF2-40B4-BE49-F238E27FC236}">
                <a16:creationId xmlns:a16="http://schemas.microsoft.com/office/drawing/2014/main" id="{7AA56391-DD6E-AB28-AD8C-E7096358F7E4}"/>
              </a:ext>
            </a:extLst>
          </p:cNvPr>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lt1"/>
                </a:solidFill>
                <a:latin typeface="Roboto"/>
                <a:ea typeface="Roboto"/>
                <a:cs typeface="Roboto"/>
                <a:sym typeface="Roboto"/>
              </a:rPr>
              <a:t>Your Company Name</a:t>
            </a:r>
            <a:endParaRPr sz="700">
              <a:solidFill>
                <a:schemeClr val="lt1"/>
              </a:solidFill>
              <a:latin typeface="Roboto"/>
              <a:ea typeface="Roboto"/>
              <a:cs typeface="Roboto"/>
              <a:sym typeface="Roboto"/>
            </a:endParaRPr>
          </a:p>
        </p:txBody>
      </p:sp>
    </p:spTree>
    <p:extLst>
      <p:ext uri="{BB962C8B-B14F-4D97-AF65-F5344CB8AC3E}">
        <p14:creationId xmlns:p14="http://schemas.microsoft.com/office/powerpoint/2010/main" val="1004345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2"/>
          <p:cNvSpPr txBox="1">
            <a:spLocks noGrp="1"/>
          </p:cNvSpPr>
          <p:nvPr>
            <p:ph type="title"/>
          </p:nvPr>
        </p:nvSpPr>
        <p:spPr>
          <a:xfrm>
            <a:off x="713225" y="539506"/>
            <a:ext cx="4448100" cy="95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Thanks!</a:t>
            </a:r>
            <a:endParaRPr/>
          </a:p>
        </p:txBody>
      </p:sp>
      <p:sp>
        <p:nvSpPr>
          <p:cNvPr id="355" name="Google Shape;355;p42"/>
          <p:cNvSpPr txBox="1">
            <a:spLocks noGrp="1"/>
          </p:cNvSpPr>
          <p:nvPr>
            <p:ph type="subTitle" idx="1"/>
          </p:nvPr>
        </p:nvSpPr>
        <p:spPr>
          <a:xfrm>
            <a:off x="713225" y="1423672"/>
            <a:ext cx="4448100" cy="1046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solidFill>
                  <a:schemeClr val="lt1"/>
                </a:solidFill>
              </a:rPr>
              <a:t>Do you have any questions?</a:t>
            </a:r>
            <a:endParaRPr b="1" dirty="0">
              <a:solidFill>
                <a:schemeClr val="lt1"/>
              </a:solidFill>
            </a:endParaRPr>
          </a:p>
          <a:p>
            <a:pPr marL="0" lvl="0" indent="0" algn="l" rtl="0">
              <a:spcBef>
                <a:spcPts val="0"/>
              </a:spcBef>
              <a:spcAft>
                <a:spcPts val="0"/>
              </a:spcAft>
              <a:buNone/>
            </a:pPr>
            <a:r>
              <a:rPr lang="en" dirty="0">
                <a:solidFill>
                  <a:schemeClr val="lt1"/>
                </a:solidFill>
                <a:hlinkClick r:id="rId3"/>
              </a:rPr>
              <a:t>ahmadhammoudeh18@gmail.com</a:t>
            </a:r>
            <a:endParaRPr lang="en" dirty="0">
              <a:solidFill>
                <a:schemeClr val="lt1"/>
              </a:solidFill>
            </a:endParaRPr>
          </a:p>
          <a:p>
            <a:pPr marL="0" lvl="0" indent="0" algn="l" rtl="0">
              <a:spcBef>
                <a:spcPts val="0"/>
              </a:spcBef>
              <a:spcAft>
                <a:spcPts val="0"/>
              </a:spcAft>
              <a:buNone/>
            </a:pPr>
            <a:r>
              <a:rPr lang="en" dirty="0">
                <a:solidFill>
                  <a:schemeClr val="lt1"/>
                </a:solidFill>
                <a:hlinkClick r:id="rId4"/>
              </a:rPr>
              <a:t>ahmadachaji88@gmail.com</a:t>
            </a:r>
            <a:endParaRPr lang="en" dirty="0">
              <a:solidFill>
                <a:schemeClr val="lt1"/>
              </a:solidFill>
            </a:endParaRPr>
          </a:p>
          <a:p>
            <a:pPr marL="0" lvl="0" indent="0" algn="l" rtl="0">
              <a:spcBef>
                <a:spcPts val="0"/>
              </a:spcBef>
              <a:spcAft>
                <a:spcPts val="0"/>
              </a:spcAft>
              <a:buNone/>
            </a:pPr>
            <a:endParaRPr dirty="0">
              <a:solidFill>
                <a:schemeClr val="lt1"/>
              </a:solidFill>
            </a:endParaRPr>
          </a:p>
        </p:txBody>
      </p:sp>
      <p:sp>
        <p:nvSpPr>
          <p:cNvPr id="371" name="Google Shape;371;p42"/>
          <p:cNvSpPr txBox="1"/>
          <p:nvPr/>
        </p:nvSpPr>
        <p:spPr>
          <a:xfrm>
            <a:off x="1343325" y="4851000"/>
            <a:ext cx="12258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Feature Name/Product</a:t>
            </a:r>
            <a:endParaRPr sz="700">
              <a:solidFill>
                <a:schemeClr val="dk1"/>
              </a:solidFill>
              <a:latin typeface="Roboto"/>
              <a:ea typeface="Roboto"/>
              <a:cs typeface="Roboto"/>
              <a:sym typeface="Roboto"/>
            </a:endParaRPr>
          </a:p>
        </p:txBody>
      </p:sp>
      <p:sp>
        <p:nvSpPr>
          <p:cNvPr id="372" name="Google Shape;372;p42"/>
          <p:cNvSpPr txBox="1"/>
          <p:nvPr/>
        </p:nvSpPr>
        <p:spPr>
          <a:xfrm>
            <a:off x="117900" y="4851000"/>
            <a:ext cx="1225200" cy="292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700">
                <a:solidFill>
                  <a:schemeClr val="dk1"/>
                </a:solidFill>
                <a:latin typeface="Roboto"/>
                <a:ea typeface="Roboto"/>
                <a:cs typeface="Roboto"/>
                <a:sym typeface="Roboto"/>
              </a:rPr>
              <a:t>DD/MM/YYYY</a:t>
            </a:r>
            <a:endParaRPr sz="700">
              <a:solidFill>
                <a:schemeClr val="dk1"/>
              </a:solidFill>
              <a:latin typeface="Roboto"/>
              <a:ea typeface="Roboto"/>
              <a:cs typeface="Roboto"/>
              <a:sym typeface="Roboto"/>
            </a:endParaRPr>
          </a:p>
        </p:txBody>
      </p:sp>
      <p:sp>
        <p:nvSpPr>
          <p:cNvPr id="373" name="Google Shape;373;p42"/>
          <p:cNvSpPr txBox="1"/>
          <p:nvPr/>
        </p:nvSpPr>
        <p:spPr>
          <a:xfrm>
            <a:off x="7800300" y="4851000"/>
            <a:ext cx="1225800" cy="2925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700">
                <a:solidFill>
                  <a:schemeClr val="dk1"/>
                </a:solidFill>
                <a:latin typeface="Roboto"/>
                <a:ea typeface="Roboto"/>
                <a:cs typeface="Roboto"/>
                <a:sym typeface="Roboto"/>
              </a:rPr>
              <a:t>Your Company Name</a:t>
            </a:r>
            <a:endParaRPr sz="700">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Minimalist Pitch Deck by Slidesgo">
  <a:themeElements>
    <a:clrScheme name="Simple Light">
      <a:dk1>
        <a:srgbClr val="000000"/>
      </a:dk1>
      <a:lt1>
        <a:srgbClr val="EFEE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EFEEE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905</Words>
  <Application>Microsoft Office PowerPoint</Application>
  <PresentationFormat>On-screen Show (16:9)</PresentationFormat>
  <Paragraphs>180</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Open Sans</vt:lpstr>
      <vt:lpstr>Inter</vt:lpstr>
      <vt:lpstr>Roboto</vt:lpstr>
      <vt:lpstr>Nunito Light</vt:lpstr>
      <vt:lpstr>Inter Medium</vt:lpstr>
      <vt:lpstr>Arial</vt:lpstr>
      <vt:lpstr>Minimalist Pitch Deck by Slidesgo</vt:lpstr>
      <vt:lpstr>Machine Learning Project – Employee Promotion Prediction</vt:lpstr>
      <vt:lpstr>Table of contents</vt:lpstr>
      <vt:lpstr>Introduction and Dataset Overview </vt:lpstr>
      <vt:lpstr>Introduction</vt:lpstr>
      <vt:lpstr>Dataset Overview</vt:lpstr>
      <vt:lpstr>Data Preprocessing</vt:lpstr>
      <vt:lpstr>Data Preprocessing</vt:lpstr>
      <vt:lpstr>Data Preprocessing</vt:lpstr>
      <vt:lpstr>Feature selection </vt:lpstr>
      <vt:lpstr>Data Preprocessing</vt:lpstr>
      <vt:lpstr>Data Preprocessing</vt:lpstr>
      <vt:lpstr>Models Used </vt:lpstr>
      <vt:lpstr>Models Used </vt:lpstr>
      <vt:lpstr>Models Used </vt:lpstr>
      <vt:lpstr>Model performance overview </vt:lpstr>
      <vt:lpstr>Conclusion </vt:lpstr>
      <vt:lpstr>Conclusion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Ahmad Zouhair B. Hammoudeh</cp:lastModifiedBy>
  <cp:revision>3</cp:revision>
  <dcterms:modified xsi:type="dcterms:W3CDTF">2025-04-14T18:08:48Z</dcterms:modified>
</cp:coreProperties>
</file>